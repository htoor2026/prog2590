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61" r:id="rId1"/>
  </p:sldMasterIdLst>
  <p:sldIdLst>
    <p:sldId id="256" r:id="rId2"/>
    <p:sldId id="285" r:id="rId3"/>
    <p:sldId id="257" r:id="rId4"/>
    <p:sldId id="286" r:id="rId5"/>
    <p:sldId id="276" r:id="rId6"/>
    <p:sldId id="279" r:id="rId7"/>
    <p:sldId id="259" r:id="rId8"/>
    <p:sldId id="277" r:id="rId9"/>
    <p:sldId id="278" r:id="rId10"/>
    <p:sldId id="258" r:id="rId11"/>
    <p:sldId id="287" r:id="rId12"/>
    <p:sldId id="269" r:id="rId13"/>
    <p:sldId id="290" r:id="rId14"/>
    <p:sldId id="289" r:id="rId15"/>
    <p:sldId id="270" r:id="rId16"/>
    <p:sldId id="271" r:id="rId17"/>
    <p:sldId id="291" r:id="rId18"/>
    <p:sldId id="272" r:id="rId19"/>
    <p:sldId id="273" r:id="rId20"/>
    <p:sldId id="292" r:id="rId21"/>
    <p:sldId id="274" r:id="rId22"/>
    <p:sldId id="275" r:id="rId23"/>
    <p:sldId id="282" r:id="rId24"/>
    <p:sldId id="265" r:id="rId25"/>
    <p:sldId id="283" r:id="rId26"/>
    <p:sldId id="267" r:id="rId27"/>
    <p:sldId id="268" r:id="rId28"/>
    <p:sldId id="284" r:id="rId29"/>
    <p:sldId id="262" r:id="rId30"/>
    <p:sldId id="264" r:id="rId31"/>
    <p:sldId id="263"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7698"/>
    <p:restoredTop sz="94667"/>
  </p:normalViewPr>
  <p:slideViewPr>
    <p:cSldViewPr snapToGrid="0">
      <p:cViewPr varScale="1">
        <p:scale>
          <a:sx n="106" d="100"/>
          <a:sy n="106" d="100"/>
        </p:scale>
        <p:origin x="184" y="5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FFE45CA-0448-4172-AB10-B68D8461DDCF}" type="doc">
      <dgm:prSet loTypeId="urn:microsoft.com/office/officeart/2005/8/layout/vList2" loCatId="list" qsTypeId="urn:microsoft.com/office/officeart/2005/8/quickstyle/simple1" qsCatId="simple" csTypeId="urn:microsoft.com/office/officeart/2005/8/colors/colorful5" csCatId="colorful" phldr="1"/>
      <dgm:spPr/>
      <dgm:t>
        <a:bodyPr/>
        <a:lstStyle/>
        <a:p>
          <a:endParaRPr lang="en-US"/>
        </a:p>
      </dgm:t>
    </dgm:pt>
    <dgm:pt modelId="{3B6195F3-6B09-4956-B67A-FE1DDA12632F}">
      <dgm:prSet/>
      <dgm:spPr/>
      <dgm:t>
        <a:bodyPr/>
        <a:lstStyle/>
        <a:p>
          <a:r>
            <a:rPr lang="en-CA" b="0" i="0" dirty="0"/>
            <a:t>Logistic       80.96%          0.9062             0.6813</a:t>
          </a:r>
        </a:p>
        <a:p>
          <a:r>
            <a:rPr lang="en-CA" b="0" i="0" dirty="0"/>
            <a:t>Regression</a:t>
          </a:r>
          <a:endParaRPr lang="en-US" dirty="0"/>
        </a:p>
      </dgm:t>
    </dgm:pt>
    <dgm:pt modelId="{77E01F1F-7024-4320-A9AF-45214AA89CD6}" type="parTrans" cxnId="{4D9FBEEE-D378-48DE-AAC1-4DBF61222A1F}">
      <dgm:prSet/>
      <dgm:spPr/>
      <dgm:t>
        <a:bodyPr/>
        <a:lstStyle/>
        <a:p>
          <a:endParaRPr lang="en-US"/>
        </a:p>
      </dgm:t>
    </dgm:pt>
    <dgm:pt modelId="{30D1B1A5-51FE-4E1B-B4B1-7BDED000B834}" type="sibTrans" cxnId="{4D9FBEEE-D378-48DE-AAC1-4DBF61222A1F}">
      <dgm:prSet/>
      <dgm:spPr/>
      <dgm:t>
        <a:bodyPr/>
        <a:lstStyle/>
        <a:p>
          <a:endParaRPr lang="en-US"/>
        </a:p>
      </dgm:t>
    </dgm:pt>
    <dgm:pt modelId="{7E94E12A-44E8-4748-BBA8-04025238207F}">
      <dgm:prSet/>
      <dgm:spPr/>
      <dgm:t>
        <a:bodyPr/>
        <a:lstStyle/>
        <a:p>
          <a:r>
            <a:rPr lang="en-CA" b="0" i="0" dirty="0"/>
            <a:t>Decision    85.13%         0.8985              0.6436</a:t>
          </a:r>
        </a:p>
        <a:p>
          <a:r>
            <a:rPr lang="en-CA" b="0" i="0" dirty="0"/>
            <a:t>Tree</a:t>
          </a:r>
          <a:endParaRPr lang="en-US" dirty="0"/>
        </a:p>
      </dgm:t>
    </dgm:pt>
    <dgm:pt modelId="{E46781B5-C5C8-4550-8949-FFB038D0C5CE}" type="parTrans" cxnId="{9A6EDD0A-5307-4A8B-B52B-35B000A920FF}">
      <dgm:prSet/>
      <dgm:spPr/>
      <dgm:t>
        <a:bodyPr/>
        <a:lstStyle/>
        <a:p>
          <a:endParaRPr lang="en-US"/>
        </a:p>
      </dgm:t>
    </dgm:pt>
    <dgm:pt modelId="{67749A69-ABB1-42B6-9B32-17249EC88649}" type="sibTrans" cxnId="{9A6EDD0A-5307-4A8B-B52B-35B000A920FF}">
      <dgm:prSet/>
      <dgm:spPr/>
      <dgm:t>
        <a:bodyPr/>
        <a:lstStyle/>
        <a:p>
          <a:endParaRPr lang="en-US"/>
        </a:p>
      </dgm:t>
    </dgm:pt>
    <dgm:pt modelId="{4F7B2BAB-404B-457D-8773-88FA3B53C16F}">
      <dgm:prSet/>
      <dgm:spPr/>
      <dgm:t>
        <a:bodyPr/>
        <a:lstStyle/>
        <a:p>
          <a:r>
            <a:rPr lang="en-CA" b="0" i="0" dirty="0"/>
            <a:t>KNN          84.38%           0.8870               0.6372</a:t>
          </a:r>
          <a:endParaRPr lang="en-US" dirty="0"/>
        </a:p>
      </dgm:t>
    </dgm:pt>
    <dgm:pt modelId="{692A0F5E-F081-4715-88F6-65590F7203EC}" type="parTrans" cxnId="{3E024C91-DFB6-4CE3-8831-2498CDE2932F}">
      <dgm:prSet/>
      <dgm:spPr/>
      <dgm:t>
        <a:bodyPr/>
        <a:lstStyle/>
        <a:p>
          <a:endParaRPr lang="en-US"/>
        </a:p>
      </dgm:t>
    </dgm:pt>
    <dgm:pt modelId="{8FA43AFB-710E-4ADE-ABDC-E486785F9EDC}" type="sibTrans" cxnId="{3E024C91-DFB6-4CE3-8831-2498CDE2932F}">
      <dgm:prSet/>
      <dgm:spPr/>
      <dgm:t>
        <a:bodyPr/>
        <a:lstStyle/>
        <a:p>
          <a:endParaRPr lang="en-US"/>
        </a:p>
      </dgm:t>
    </dgm:pt>
    <dgm:pt modelId="{3D63F897-4899-41A7-A15A-1DC240312F4D}">
      <dgm:prSet/>
      <dgm:spPr/>
      <dgm:t>
        <a:bodyPr/>
        <a:lstStyle/>
        <a:p>
          <a:r>
            <a:rPr lang="en-CA" b="0" i="0" dirty="0"/>
            <a:t>Random      85.89%          0.9093             0.6796 ← BEST</a:t>
          </a:r>
        </a:p>
        <a:p>
          <a:r>
            <a:rPr lang="en-CA" b="0" i="0" dirty="0"/>
            <a:t>Forest </a:t>
          </a:r>
          <a:endParaRPr lang="en-US" dirty="0"/>
        </a:p>
      </dgm:t>
    </dgm:pt>
    <dgm:pt modelId="{86B5E32F-6E97-4030-9961-4E3FA7E8BBAC}" type="sibTrans" cxnId="{D7BB3E6F-DBD1-4E22-B92E-F551356CC65B}">
      <dgm:prSet/>
      <dgm:spPr/>
      <dgm:t>
        <a:bodyPr/>
        <a:lstStyle/>
        <a:p>
          <a:endParaRPr lang="en-US"/>
        </a:p>
      </dgm:t>
    </dgm:pt>
    <dgm:pt modelId="{D0178E7A-6554-43D7-BAFA-C481804C3137}" type="parTrans" cxnId="{D7BB3E6F-DBD1-4E22-B92E-F551356CC65B}">
      <dgm:prSet/>
      <dgm:spPr/>
      <dgm:t>
        <a:bodyPr/>
        <a:lstStyle/>
        <a:p>
          <a:endParaRPr lang="en-US"/>
        </a:p>
      </dgm:t>
    </dgm:pt>
    <dgm:pt modelId="{A49A07F5-5932-482D-AB0B-3952DDC82A7F}">
      <dgm:prSet/>
      <dgm:spPr/>
      <dgm:t>
        <a:bodyPr/>
        <a:lstStyle/>
        <a:p>
          <a:r>
            <a:rPr lang="en-CA" b="0" i="0" dirty="0"/>
            <a:t>Model        Accuracy       ROC-AUC          F1-Score</a:t>
          </a:r>
          <a:endParaRPr lang="en-US" dirty="0"/>
        </a:p>
      </dgm:t>
    </dgm:pt>
    <dgm:pt modelId="{405D8CAC-A9A7-4871-A183-098F250F7DD9}" type="sibTrans" cxnId="{B8F632D8-9ED8-4AE3-A6D7-48419712431A}">
      <dgm:prSet/>
      <dgm:spPr/>
      <dgm:t>
        <a:bodyPr/>
        <a:lstStyle/>
        <a:p>
          <a:endParaRPr lang="en-US"/>
        </a:p>
      </dgm:t>
    </dgm:pt>
    <dgm:pt modelId="{B63E56A5-F6A4-454E-AC78-680C7B3CB48D}" type="parTrans" cxnId="{B8F632D8-9ED8-4AE3-A6D7-48419712431A}">
      <dgm:prSet/>
      <dgm:spPr/>
      <dgm:t>
        <a:bodyPr/>
        <a:lstStyle/>
        <a:p>
          <a:endParaRPr lang="en-US"/>
        </a:p>
      </dgm:t>
    </dgm:pt>
    <dgm:pt modelId="{563993F3-1844-9F4A-B1D4-5E5A1F9889BF}" type="pres">
      <dgm:prSet presAssocID="{3FFE45CA-0448-4172-AB10-B68D8461DDCF}" presName="linear" presStyleCnt="0">
        <dgm:presLayoutVars>
          <dgm:animLvl val="lvl"/>
          <dgm:resizeHandles val="exact"/>
        </dgm:presLayoutVars>
      </dgm:prSet>
      <dgm:spPr/>
    </dgm:pt>
    <dgm:pt modelId="{2B108AD0-1D41-6C49-93D4-49861E560FEA}" type="pres">
      <dgm:prSet presAssocID="{A49A07F5-5932-482D-AB0B-3952DDC82A7F}" presName="parentText" presStyleLbl="node1" presStyleIdx="0" presStyleCnt="5">
        <dgm:presLayoutVars>
          <dgm:chMax val="0"/>
          <dgm:bulletEnabled val="1"/>
        </dgm:presLayoutVars>
      </dgm:prSet>
      <dgm:spPr/>
    </dgm:pt>
    <dgm:pt modelId="{74516D2C-6253-414A-AB45-6C19CFB345FB}" type="pres">
      <dgm:prSet presAssocID="{405D8CAC-A9A7-4871-A183-098F250F7DD9}" presName="spacer" presStyleCnt="0"/>
      <dgm:spPr/>
    </dgm:pt>
    <dgm:pt modelId="{7EE3D027-C5F8-EE4B-8046-E92FBC99F143}" type="pres">
      <dgm:prSet presAssocID="{3D63F897-4899-41A7-A15A-1DC240312F4D}" presName="parentText" presStyleLbl="node1" presStyleIdx="1" presStyleCnt="5">
        <dgm:presLayoutVars>
          <dgm:chMax val="0"/>
          <dgm:bulletEnabled val="1"/>
        </dgm:presLayoutVars>
      </dgm:prSet>
      <dgm:spPr/>
    </dgm:pt>
    <dgm:pt modelId="{2598E5EC-6F40-DF49-9219-C5746338B685}" type="pres">
      <dgm:prSet presAssocID="{86B5E32F-6E97-4030-9961-4E3FA7E8BBAC}" presName="spacer" presStyleCnt="0"/>
      <dgm:spPr/>
    </dgm:pt>
    <dgm:pt modelId="{10751C63-EABE-5A4E-8B1C-07DAC25CF044}" type="pres">
      <dgm:prSet presAssocID="{3B6195F3-6B09-4956-B67A-FE1DDA12632F}" presName="parentText" presStyleLbl="node1" presStyleIdx="2" presStyleCnt="5">
        <dgm:presLayoutVars>
          <dgm:chMax val="0"/>
          <dgm:bulletEnabled val="1"/>
        </dgm:presLayoutVars>
      </dgm:prSet>
      <dgm:spPr/>
    </dgm:pt>
    <dgm:pt modelId="{4F607ED9-94B0-5244-B213-5260C5624879}" type="pres">
      <dgm:prSet presAssocID="{30D1B1A5-51FE-4E1B-B4B1-7BDED000B834}" presName="spacer" presStyleCnt="0"/>
      <dgm:spPr/>
    </dgm:pt>
    <dgm:pt modelId="{9F81117F-2E61-D94B-BC57-1640BFE7EAD4}" type="pres">
      <dgm:prSet presAssocID="{7E94E12A-44E8-4748-BBA8-04025238207F}" presName="parentText" presStyleLbl="node1" presStyleIdx="3" presStyleCnt="5">
        <dgm:presLayoutVars>
          <dgm:chMax val="0"/>
          <dgm:bulletEnabled val="1"/>
        </dgm:presLayoutVars>
      </dgm:prSet>
      <dgm:spPr/>
    </dgm:pt>
    <dgm:pt modelId="{9F3B11B0-F889-2840-874A-759C9185D07F}" type="pres">
      <dgm:prSet presAssocID="{67749A69-ABB1-42B6-9B32-17249EC88649}" presName="spacer" presStyleCnt="0"/>
      <dgm:spPr/>
    </dgm:pt>
    <dgm:pt modelId="{FDE4000D-038B-4942-B6E9-3C2AA786ECC4}" type="pres">
      <dgm:prSet presAssocID="{4F7B2BAB-404B-457D-8773-88FA3B53C16F}" presName="parentText" presStyleLbl="node1" presStyleIdx="4" presStyleCnt="5">
        <dgm:presLayoutVars>
          <dgm:chMax val="0"/>
          <dgm:bulletEnabled val="1"/>
        </dgm:presLayoutVars>
      </dgm:prSet>
      <dgm:spPr/>
    </dgm:pt>
  </dgm:ptLst>
  <dgm:cxnLst>
    <dgm:cxn modelId="{FFA7AF09-FBF8-B542-A3CF-6C629421EF23}" type="presOf" srcId="{3B6195F3-6B09-4956-B67A-FE1DDA12632F}" destId="{10751C63-EABE-5A4E-8B1C-07DAC25CF044}" srcOrd="0" destOrd="0" presId="urn:microsoft.com/office/officeart/2005/8/layout/vList2"/>
    <dgm:cxn modelId="{97A6B00A-1619-2948-9890-D59149DA8328}" type="presOf" srcId="{4F7B2BAB-404B-457D-8773-88FA3B53C16F}" destId="{FDE4000D-038B-4942-B6E9-3C2AA786ECC4}" srcOrd="0" destOrd="0" presId="urn:microsoft.com/office/officeart/2005/8/layout/vList2"/>
    <dgm:cxn modelId="{9A6EDD0A-5307-4A8B-B52B-35B000A920FF}" srcId="{3FFE45CA-0448-4172-AB10-B68D8461DDCF}" destId="{7E94E12A-44E8-4748-BBA8-04025238207F}" srcOrd="3" destOrd="0" parTransId="{E46781B5-C5C8-4550-8949-FFB038D0C5CE}" sibTransId="{67749A69-ABB1-42B6-9B32-17249EC88649}"/>
    <dgm:cxn modelId="{FD35F82C-4BD1-F54B-8375-FA43E34300C9}" type="presOf" srcId="{3FFE45CA-0448-4172-AB10-B68D8461DDCF}" destId="{563993F3-1844-9F4A-B1D4-5E5A1F9889BF}" srcOrd="0" destOrd="0" presId="urn:microsoft.com/office/officeart/2005/8/layout/vList2"/>
    <dgm:cxn modelId="{E6957557-051D-8548-A5AA-5CE70822A5C7}" type="presOf" srcId="{A49A07F5-5932-482D-AB0B-3952DDC82A7F}" destId="{2B108AD0-1D41-6C49-93D4-49861E560FEA}" srcOrd="0" destOrd="0" presId="urn:microsoft.com/office/officeart/2005/8/layout/vList2"/>
    <dgm:cxn modelId="{D7BB3E6F-DBD1-4E22-B92E-F551356CC65B}" srcId="{3FFE45CA-0448-4172-AB10-B68D8461DDCF}" destId="{3D63F897-4899-41A7-A15A-1DC240312F4D}" srcOrd="1" destOrd="0" parTransId="{D0178E7A-6554-43D7-BAFA-C481804C3137}" sibTransId="{86B5E32F-6E97-4030-9961-4E3FA7E8BBAC}"/>
    <dgm:cxn modelId="{11E38372-6BE0-EF42-A179-F105D19AEF34}" type="presOf" srcId="{7E94E12A-44E8-4748-BBA8-04025238207F}" destId="{9F81117F-2E61-D94B-BC57-1640BFE7EAD4}" srcOrd="0" destOrd="0" presId="urn:microsoft.com/office/officeart/2005/8/layout/vList2"/>
    <dgm:cxn modelId="{3E024C91-DFB6-4CE3-8831-2498CDE2932F}" srcId="{3FFE45CA-0448-4172-AB10-B68D8461DDCF}" destId="{4F7B2BAB-404B-457D-8773-88FA3B53C16F}" srcOrd="4" destOrd="0" parTransId="{692A0F5E-F081-4715-88F6-65590F7203EC}" sibTransId="{8FA43AFB-710E-4ADE-ABDC-E486785F9EDC}"/>
    <dgm:cxn modelId="{D34C7AC2-38D6-8D4D-A438-F42DC43C03C9}" type="presOf" srcId="{3D63F897-4899-41A7-A15A-1DC240312F4D}" destId="{7EE3D027-C5F8-EE4B-8046-E92FBC99F143}" srcOrd="0" destOrd="0" presId="urn:microsoft.com/office/officeart/2005/8/layout/vList2"/>
    <dgm:cxn modelId="{B8F632D8-9ED8-4AE3-A6D7-48419712431A}" srcId="{3FFE45CA-0448-4172-AB10-B68D8461DDCF}" destId="{A49A07F5-5932-482D-AB0B-3952DDC82A7F}" srcOrd="0" destOrd="0" parTransId="{B63E56A5-F6A4-454E-AC78-680C7B3CB48D}" sibTransId="{405D8CAC-A9A7-4871-A183-098F250F7DD9}"/>
    <dgm:cxn modelId="{4D9FBEEE-D378-48DE-AAC1-4DBF61222A1F}" srcId="{3FFE45CA-0448-4172-AB10-B68D8461DDCF}" destId="{3B6195F3-6B09-4956-B67A-FE1DDA12632F}" srcOrd="2" destOrd="0" parTransId="{77E01F1F-7024-4320-A9AF-45214AA89CD6}" sibTransId="{30D1B1A5-51FE-4E1B-B4B1-7BDED000B834}"/>
    <dgm:cxn modelId="{CA08171E-10E2-CF42-935E-E9D69E02874C}" type="presParOf" srcId="{563993F3-1844-9F4A-B1D4-5E5A1F9889BF}" destId="{2B108AD0-1D41-6C49-93D4-49861E560FEA}" srcOrd="0" destOrd="0" presId="urn:microsoft.com/office/officeart/2005/8/layout/vList2"/>
    <dgm:cxn modelId="{03EFB300-04BF-B04B-B1BE-8909B4FD6BD6}" type="presParOf" srcId="{563993F3-1844-9F4A-B1D4-5E5A1F9889BF}" destId="{74516D2C-6253-414A-AB45-6C19CFB345FB}" srcOrd="1" destOrd="0" presId="urn:microsoft.com/office/officeart/2005/8/layout/vList2"/>
    <dgm:cxn modelId="{0D09ABA8-FEBB-0A43-8507-F9363393EEAD}" type="presParOf" srcId="{563993F3-1844-9F4A-B1D4-5E5A1F9889BF}" destId="{7EE3D027-C5F8-EE4B-8046-E92FBC99F143}" srcOrd="2" destOrd="0" presId="urn:microsoft.com/office/officeart/2005/8/layout/vList2"/>
    <dgm:cxn modelId="{4DF891E3-A64B-F041-9E02-45DC33DA2B88}" type="presParOf" srcId="{563993F3-1844-9F4A-B1D4-5E5A1F9889BF}" destId="{2598E5EC-6F40-DF49-9219-C5746338B685}" srcOrd="3" destOrd="0" presId="urn:microsoft.com/office/officeart/2005/8/layout/vList2"/>
    <dgm:cxn modelId="{FC027D17-02AB-3E4B-8361-B5AE985FA8CD}" type="presParOf" srcId="{563993F3-1844-9F4A-B1D4-5E5A1F9889BF}" destId="{10751C63-EABE-5A4E-8B1C-07DAC25CF044}" srcOrd="4" destOrd="0" presId="urn:microsoft.com/office/officeart/2005/8/layout/vList2"/>
    <dgm:cxn modelId="{CC52E2F7-A6E2-804B-8DF5-90556E2C0F39}" type="presParOf" srcId="{563993F3-1844-9F4A-B1D4-5E5A1F9889BF}" destId="{4F607ED9-94B0-5244-B213-5260C5624879}" srcOrd="5" destOrd="0" presId="urn:microsoft.com/office/officeart/2005/8/layout/vList2"/>
    <dgm:cxn modelId="{CA700E44-AEEA-8C49-A413-786F23B88E15}" type="presParOf" srcId="{563993F3-1844-9F4A-B1D4-5E5A1F9889BF}" destId="{9F81117F-2E61-D94B-BC57-1640BFE7EAD4}" srcOrd="6" destOrd="0" presId="urn:microsoft.com/office/officeart/2005/8/layout/vList2"/>
    <dgm:cxn modelId="{E5BCDEF3-FFAE-4848-B2F8-4F3B05FB9EB0}" type="presParOf" srcId="{563993F3-1844-9F4A-B1D4-5E5A1F9889BF}" destId="{9F3B11B0-F889-2840-874A-759C9185D07F}" srcOrd="7" destOrd="0" presId="urn:microsoft.com/office/officeart/2005/8/layout/vList2"/>
    <dgm:cxn modelId="{0229466F-7E65-6948-9C93-EFA45DB524F8}" type="presParOf" srcId="{563993F3-1844-9F4A-B1D4-5E5A1F9889BF}" destId="{FDE4000D-038B-4942-B6E9-3C2AA786ECC4}" srcOrd="8"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B108AD0-1D41-6C49-93D4-49861E560FEA}">
      <dsp:nvSpPr>
        <dsp:cNvPr id="0" name=""/>
        <dsp:cNvSpPr/>
      </dsp:nvSpPr>
      <dsp:spPr>
        <a:xfrm>
          <a:off x="0" y="463572"/>
          <a:ext cx="6571413" cy="914428"/>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CA" sz="2000" b="0" i="0" kern="1200" dirty="0"/>
            <a:t>Model        Accuracy       ROC-AUC          F1-Score</a:t>
          </a:r>
          <a:endParaRPr lang="en-US" sz="2000" kern="1200" dirty="0"/>
        </a:p>
      </dsp:txBody>
      <dsp:txXfrm>
        <a:off x="44639" y="508211"/>
        <a:ext cx="6482135" cy="825150"/>
      </dsp:txXfrm>
    </dsp:sp>
    <dsp:sp modelId="{7EE3D027-C5F8-EE4B-8046-E92FBC99F143}">
      <dsp:nvSpPr>
        <dsp:cNvPr id="0" name=""/>
        <dsp:cNvSpPr/>
      </dsp:nvSpPr>
      <dsp:spPr>
        <a:xfrm>
          <a:off x="0" y="1435600"/>
          <a:ext cx="6571413" cy="914428"/>
        </a:xfrm>
        <a:prstGeom prst="roundRect">
          <a:avLst/>
        </a:prstGeom>
        <a:solidFill>
          <a:schemeClr val="accent5">
            <a:hueOff val="-1731721"/>
            <a:satOff val="-3008"/>
            <a:lumOff val="19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CA" sz="2000" b="0" i="0" kern="1200" dirty="0"/>
            <a:t>Random      85.89%          0.9093             0.6796 ← BEST</a:t>
          </a:r>
        </a:p>
        <a:p>
          <a:pPr marL="0" lvl="0" indent="0" algn="l" defTabSz="889000">
            <a:lnSpc>
              <a:spcPct val="90000"/>
            </a:lnSpc>
            <a:spcBef>
              <a:spcPct val="0"/>
            </a:spcBef>
            <a:spcAft>
              <a:spcPct val="35000"/>
            </a:spcAft>
            <a:buNone/>
          </a:pPr>
          <a:r>
            <a:rPr lang="en-CA" sz="2000" b="0" i="0" kern="1200" dirty="0"/>
            <a:t>Forest </a:t>
          </a:r>
          <a:endParaRPr lang="en-US" sz="2000" kern="1200" dirty="0"/>
        </a:p>
      </dsp:txBody>
      <dsp:txXfrm>
        <a:off x="44639" y="1480239"/>
        <a:ext cx="6482135" cy="825150"/>
      </dsp:txXfrm>
    </dsp:sp>
    <dsp:sp modelId="{10751C63-EABE-5A4E-8B1C-07DAC25CF044}">
      <dsp:nvSpPr>
        <dsp:cNvPr id="0" name=""/>
        <dsp:cNvSpPr/>
      </dsp:nvSpPr>
      <dsp:spPr>
        <a:xfrm>
          <a:off x="0" y="2407628"/>
          <a:ext cx="6571413" cy="914428"/>
        </a:xfrm>
        <a:prstGeom prst="roundRect">
          <a:avLst/>
        </a:prstGeom>
        <a:solidFill>
          <a:schemeClr val="accent5">
            <a:hueOff val="-3463443"/>
            <a:satOff val="-6016"/>
            <a:lumOff val="39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CA" sz="2000" b="0" i="0" kern="1200" dirty="0"/>
            <a:t>Logistic       80.96%          0.9062             0.6813</a:t>
          </a:r>
        </a:p>
        <a:p>
          <a:pPr marL="0" lvl="0" indent="0" algn="l" defTabSz="889000">
            <a:lnSpc>
              <a:spcPct val="90000"/>
            </a:lnSpc>
            <a:spcBef>
              <a:spcPct val="0"/>
            </a:spcBef>
            <a:spcAft>
              <a:spcPct val="35000"/>
            </a:spcAft>
            <a:buNone/>
          </a:pPr>
          <a:r>
            <a:rPr lang="en-CA" sz="2000" b="0" i="0" kern="1200" dirty="0"/>
            <a:t>Regression</a:t>
          </a:r>
          <a:endParaRPr lang="en-US" sz="2000" kern="1200" dirty="0"/>
        </a:p>
      </dsp:txBody>
      <dsp:txXfrm>
        <a:off x="44639" y="2452267"/>
        <a:ext cx="6482135" cy="825150"/>
      </dsp:txXfrm>
    </dsp:sp>
    <dsp:sp modelId="{9F81117F-2E61-D94B-BC57-1640BFE7EAD4}">
      <dsp:nvSpPr>
        <dsp:cNvPr id="0" name=""/>
        <dsp:cNvSpPr/>
      </dsp:nvSpPr>
      <dsp:spPr>
        <a:xfrm>
          <a:off x="0" y="3379657"/>
          <a:ext cx="6571413" cy="914428"/>
        </a:xfrm>
        <a:prstGeom prst="roundRect">
          <a:avLst/>
        </a:prstGeom>
        <a:solidFill>
          <a:schemeClr val="accent5">
            <a:hueOff val="-5195164"/>
            <a:satOff val="-9024"/>
            <a:lumOff val="58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CA" sz="2000" b="0" i="0" kern="1200" dirty="0"/>
            <a:t>Decision    85.13%         0.8985              0.6436</a:t>
          </a:r>
        </a:p>
        <a:p>
          <a:pPr marL="0" lvl="0" indent="0" algn="l" defTabSz="889000">
            <a:lnSpc>
              <a:spcPct val="90000"/>
            </a:lnSpc>
            <a:spcBef>
              <a:spcPct val="0"/>
            </a:spcBef>
            <a:spcAft>
              <a:spcPct val="35000"/>
            </a:spcAft>
            <a:buNone/>
          </a:pPr>
          <a:r>
            <a:rPr lang="en-CA" sz="2000" b="0" i="0" kern="1200" dirty="0"/>
            <a:t>Tree</a:t>
          </a:r>
          <a:endParaRPr lang="en-US" sz="2000" kern="1200" dirty="0"/>
        </a:p>
      </dsp:txBody>
      <dsp:txXfrm>
        <a:off x="44639" y="3424296"/>
        <a:ext cx="6482135" cy="825150"/>
      </dsp:txXfrm>
    </dsp:sp>
    <dsp:sp modelId="{FDE4000D-038B-4942-B6E9-3C2AA786ECC4}">
      <dsp:nvSpPr>
        <dsp:cNvPr id="0" name=""/>
        <dsp:cNvSpPr/>
      </dsp:nvSpPr>
      <dsp:spPr>
        <a:xfrm>
          <a:off x="0" y="4351685"/>
          <a:ext cx="6571413" cy="914428"/>
        </a:xfrm>
        <a:prstGeom prst="roundRect">
          <a:avLst/>
        </a:prstGeom>
        <a:solidFill>
          <a:schemeClr val="accent5">
            <a:hueOff val="-6926885"/>
            <a:satOff val="-12032"/>
            <a:lumOff val="78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CA" sz="2000" b="0" i="0" kern="1200" dirty="0"/>
            <a:t>KNN          84.38%           0.8870               0.6372</a:t>
          </a:r>
          <a:endParaRPr lang="en-US" sz="2000" kern="1200" dirty="0"/>
        </a:p>
      </dsp:txBody>
      <dsp:txXfrm>
        <a:off x="44639" y="4396324"/>
        <a:ext cx="6482135" cy="825150"/>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6847D-1CF6-46BA-B46B-48BED0604A28}"/>
              </a:ext>
            </a:extLst>
          </p:cNvPr>
          <p:cNvSpPr>
            <a:spLocks noGrp="1"/>
          </p:cNvSpPr>
          <p:nvPr>
            <p:ph type="ctrTitle"/>
          </p:nvPr>
        </p:nvSpPr>
        <p:spPr>
          <a:xfrm>
            <a:off x="1524000" y="1122363"/>
            <a:ext cx="9144000" cy="2387600"/>
          </a:xfrm>
        </p:spPr>
        <p:txBody>
          <a:bodyPr anchor="b"/>
          <a:lstStyle>
            <a:lvl1pPr algn="ctr">
              <a:defRPr sz="6000" b="1" cap="all" spc="1500" baseline="0">
                <a:latin typeface="+mj-lt"/>
                <a:ea typeface="Source Sans Pro SemiBold" panose="020B0603030403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FB4F5A5-C931-4A4C-B6B1-EF4C95965BFF}"/>
              </a:ext>
            </a:extLst>
          </p:cNvPr>
          <p:cNvSpPr>
            <a:spLocks noGrp="1"/>
          </p:cNvSpPr>
          <p:nvPr>
            <p:ph type="subTitle" idx="1"/>
          </p:nvPr>
        </p:nvSpPr>
        <p:spPr>
          <a:xfrm>
            <a:off x="1524000" y="3602038"/>
            <a:ext cx="9144000" cy="1655762"/>
          </a:xfrm>
        </p:spPr>
        <p:txBody>
          <a:bodyPr/>
          <a:lstStyle>
            <a:lvl1pPr marL="0" indent="0" algn="ctr">
              <a:buNone/>
              <a:defRPr sz="2400" cap="all" spc="4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grpSp>
        <p:nvGrpSpPr>
          <p:cNvPr id="7" name="Graphic 185">
            <a:extLst>
              <a:ext uri="{FF2B5EF4-FFF2-40B4-BE49-F238E27FC236}">
                <a16:creationId xmlns:a16="http://schemas.microsoft.com/office/drawing/2014/main" id="{8A351602-3772-4279-B0D3-A523F6F6EAB3}"/>
              </a:ext>
            </a:extLst>
          </p:cNvPr>
          <p:cNvGrpSpPr/>
          <p:nvPr/>
        </p:nvGrpSpPr>
        <p:grpSpPr>
          <a:xfrm>
            <a:off x="10999563" y="5987064"/>
            <a:ext cx="1054467" cy="469689"/>
            <a:chOff x="9841624" y="4115729"/>
            <a:chExt cx="602170" cy="268223"/>
          </a:xfrm>
          <a:solidFill>
            <a:schemeClr val="tx1"/>
          </a:solidFill>
        </p:grpSpPr>
        <p:sp>
          <p:nvSpPr>
            <p:cNvPr id="8" name="Freeform: Shape 7">
              <a:extLst>
                <a:ext uri="{FF2B5EF4-FFF2-40B4-BE49-F238E27FC236}">
                  <a16:creationId xmlns:a16="http://schemas.microsoft.com/office/drawing/2014/main" id="{A5AAAA75-5FFB-4C07-AD4A-3146773E6CDD}"/>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1479895E-3847-44BB-8404-28F14219FB70}"/>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50E02F68-8149-4236-8D9F-6B550F78B932}"/>
                </a:ext>
              </a:extLst>
            </p:cNvPr>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956FCAAB-F073-4561-A484-42C7DD10DC26}"/>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6CF8DB94-87A3-43E9-9BBB-301CFF0FB05B}"/>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35DE4AEC-B6E4-439C-B716-EBE3D4D1DC76}"/>
              </a:ext>
            </a:extLst>
          </p:cNvPr>
          <p:cNvSpPr>
            <a:spLocks noGrp="1"/>
          </p:cNvSpPr>
          <p:nvPr>
            <p:ph type="dt" sz="half" idx="10"/>
          </p:nvPr>
        </p:nvSpPr>
        <p:spPr/>
        <p:txBody>
          <a:bodyPr/>
          <a:lstStyle/>
          <a:p>
            <a:fld id="{97BFF81C-1FCB-4DBA-8044-F1A0FCFD45A6}" type="datetime1">
              <a:rPr lang="en-US" smtClean="0"/>
              <a:t>4/19/26</a:t>
            </a:fld>
            <a:endParaRPr lang="en-US" dirty="0"/>
          </a:p>
        </p:txBody>
      </p:sp>
      <p:sp>
        <p:nvSpPr>
          <p:cNvPr id="5" name="Footer Placeholder 4">
            <a:extLst>
              <a:ext uri="{FF2B5EF4-FFF2-40B4-BE49-F238E27FC236}">
                <a16:creationId xmlns:a16="http://schemas.microsoft.com/office/drawing/2014/main" id="{F478BC18-102E-45BF-8FEA-801E9C59D143}"/>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FAA8BF5F-B1F8-461F-9B3D-7D50D02423E7}"/>
              </a:ext>
            </a:extLst>
          </p:cNvPr>
          <p:cNvSpPr>
            <a:spLocks noGrp="1"/>
          </p:cNvSpPr>
          <p:nvPr>
            <p:ph type="sldNum" sz="quarter" idx="12"/>
          </p:nvPr>
        </p:nvSpPr>
        <p:spPr/>
        <p:txBody>
          <a:bodyPr/>
          <a:lstStyle/>
          <a:p>
            <a:fld id="{F3450C42-9A0B-4425-92C2-70FCF7C45734}" type="slidenum">
              <a:rPr lang="en-US" smtClean="0"/>
              <a:t>‹#›</a:t>
            </a:fld>
            <a:endParaRPr lang="en-US" dirty="0"/>
          </a:p>
        </p:txBody>
      </p:sp>
      <p:sp>
        <p:nvSpPr>
          <p:cNvPr id="14" name="Oval 13">
            <a:extLst>
              <a:ext uri="{FF2B5EF4-FFF2-40B4-BE49-F238E27FC236}">
                <a16:creationId xmlns:a16="http://schemas.microsoft.com/office/drawing/2014/main" id="{7D6BF779-0B8C-4CC2-9268-9506AD0C5331}"/>
              </a:ext>
            </a:extLst>
          </p:cNvPr>
          <p:cNvSpPr/>
          <p:nvPr/>
        </p:nvSpPr>
        <p:spPr>
          <a:xfrm>
            <a:off x="320736" y="652894"/>
            <a:ext cx="319941" cy="319941"/>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Tree>
    <p:extLst>
      <p:ext uri="{BB962C8B-B14F-4D97-AF65-F5344CB8AC3E}">
        <p14:creationId xmlns:p14="http://schemas.microsoft.com/office/powerpoint/2010/main" val="30826712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88500-1605-41EA-A15F-9B79DF7E4050}"/>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C9B14AC8-25A5-4D7F-BF23-CB20AA2ECF5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8" name="Graphic 185">
            <a:extLst>
              <a:ext uri="{FF2B5EF4-FFF2-40B4-BE49-F238E27FC236}">
                <a16:creationId xmlns:a16="http://schemas.microsoft.com/office/drawing/2014/main" id="{8997F1B7-1EE7-4EA5-A5A4-866F9A810C9F}"/>
              </a:ext>
            </a:extLst>
          </p:cNvPr>
          <p:cNvGrpSpPr/>
          <p:nvPr/>
        </p:nvGrpSpPr>
        <p:grpSpPr>
          <a:xfrm>
            <a:off x="10999563" y="5987064"/>
            <a:ext cx="1054467" cy="469689"/>
            <a:chOff x="9841624" y="4115729"/>
            <a:chExt cx="602170" cy="268223"/>
          </a:xfrm>
          <a:solidFill>
            <a:schemeClr val="tx1"/>
          </a:solidFill>
        </p:grpSpPr>
        <p:sp>
          <p:nvSpPr>
            <p:cNvPr id="9" name="Freeform: Shape 8">
              <a:extLst>
                <a:ext uri="{FF2B5EF4-FFF2-40B4-BE49-F238E27FC236}">
                  <a16:creationId xmlns:a16="http://schemas.microsoft.com/office/drawing/2014/main" id="{B5E13483-2FB6-4753-8402-06FDC3498E06}"/>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88F0DF22-F640-4002-B783-DF1C6A9473F6}"/>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9C2787B8-7984-4332-B611-D3D3DE898FE0}"/>
                </a:ext>
              </a:extLst>
            </p:cNvPr>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5AF3646C-B3D7-4F57-8FD2-CD93CEB39214}"/>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C65FA7DA-93A0-43A4-834C-0F1BB9806A8C}"/>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21995D22-0146-4DE2-9E78-4C00333D499A}"/>
              </a:ext>
            </a:extLst>
          </p:cNvPr>
          <p:cNvSpPr>
            <a:spLocks noGrp="1"/>
          </p:cNvSpPr>
          <p:nvPr>
            <p:ph type="dt" sz="half" idx="10"/>
          </p:nvPr>
        </p:nvSpPr>
        <p:spPr/>
        <p:txBody>
          <a:bodyPr/>
          <a:lstStyle/>
          <a:p>
            <a:fld id="{5A87773D-8987-489A-A650-3D6F7D5C7C38}" type="datetime1">
              <a:rPr lang="en-US" smtClean="0"/>
              <a:t>4/19/26</a:t>
            </a:fld>
            <a:endParaRPr lang="en-US" dirty="0"/>
          </a:p>
        </p:txBody>
      </p:sp>
      <p:sp>
        <p:nvSpPr>
          <p:cNvPr id="5" name="Footer Placeholder 4">
            <a:extLst>
              <a:ext uri="{FF2B5EF4-FFF2-40B4-BE49-F238E27FC236}">
                <a16:creationId xmlns:a16="http://schemas.microsoft.com/office/drawing/2014/main" id="{6459717A-A1FE-485D-AFFF-2C7026C710AA}"/>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076DB88B-64CF-4100-8F07-D191DD7939F9}"/>
              </a:ext>
            </a:extLst>
          </p:cNvPr>
          <p:cNvSpPr>
            <a:spLocks noGrp="1"/>
          </p:cNvSpPr>
          <p:nvPr>
            <p:ph type="sldNum" sz="quarter" idx="12"/>
          </p:nvPr>
        </p:nvSpPr>
        <p:spPr/>
        <p:txBody>
          <a:bodyPr/>
          <a:lstStyle/>
          <a:p>
            <a:fld id="{F3450C42-9A0B-4425-92C2-70FCF7C45734}" type="slidenum">
              <a:rPr lang="en-US" smtClean="0"/>
              <a:t>‹#›</a:t>
            </a:fld>
            <a:endParaRPr lang="en-US" dirty="0"/>
          </a:p>
        </p:txBody>
      </p:sp>
      <p:sp>
        <p:nvSpPr>
          <p:cNvPr id="14" name="Oval 13">
            <a:extLst>
              <a:ext uri="{FF2B5EF4-FFF2-40B4-BE49-F238E27FC236}">
                <a16:creationId xmlns:a16="http://schemas.microsoft.com/office/drawing/2014/main" id="{104332FF-8349-42A5-B5C8-5EE3825CE252}"/>
              </a:ext>
            </a:extLst>
          </p:cNvPr>
          <p:cNvSpPr/>
          <p:nvPr/>
        </p:nvSpPr>
        <p:spPr>
          <a:xfrm>
            <a:off x="320736" y="652894"/>
            <a:ext cx="319941" cy="319941"/>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Tree>
    <p:extLst>
      <p:ext uri="{BB962C8B-B14F-4D97-AF65-F5344CB8AC3E}">
        <p14:creationId xmlns:p14="http://schemas.microsoft.com/office/powerpoint/2010/main" val="35024696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BFE6C-EBF1-47DE-8468-E7125172B73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4104992-D139-48DC-BCCE-D71EA23CA2E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grpSp>
        <p:nvGrpSpPr>
          <p:cNvPr id="7" name="Graphic 185">
            <a:extLst>
              <a:ext uri="{FF2B5EF4-FFF2-40B4-BE49-F238E27FC236}">
                <a16:creationId xmlns:a16="http://schemas.microsoft.com/office/drawing/2014/main" id="{A8C5E768-0E62-4DE7-A0AF-93121DA8439E}"/>
              </a:ext>
            </a:extLst>
          </p:cNvPr>
          <p:cNvGrpSpPr/>
          <p:nvPr/>
        </p:nvGrpSpPr>
        <p:grpSpPr>
          <a:xfrm>
            <a:off x="10999563" y="5987064"/>
            <a:ext cx="1054467" cy="469689"/>
            <a:chOff x="9841624" y="4115729"/>
            <a:chExt cx="602170" cy="268223"/>
          </a:xfrm>
          <a:solidFill>
            <a:schemeClr val="tx1"/>
          </a:solidFill>
        </p:grpSpPr>
        <p:sp>
          <p:nvSpPr>
            <p:cNvPr id="8" name="Freeform: Shape 7">
              <a:extLst>
                <a:ext uri="{FF2B5EF4-FFF2-40B4-BE49-F238E27FC236}">
                  <a16:creationId xmlns:a16="http://schemas.microsoft.com/office/drawing/2014/main" id="{6402845F-9E8A-41E1-B051-1AAA46C997A2}"/>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AA45C410-5FD0-4339-A3BC-A865DE4190AF}"/>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C7B0B703-8BA8-483C-A433-C44C809687DE}"/>
                </a:ext>
              </a:extLst>
            </p:cNvPr>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ECCFA03D-B879-419B-88B9-F4F3645C8AF5}"/>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B6B0260A-6B2D-4F54-8614-60BC3103E166}"/>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751AB8F6-0796-47E9-B1D4-760B7CCFC75D}"/>
              </a:ext>
            </a:extLst>
          </p:cNvPr>
          <p:cNvSpPr>
            <a:spLocks noGrp="1"/>
          </p:cNvSpPr>
          <p:nvPr>
            <p:ph type="dt" sz="half" idx="10"/>
          </p:nvPr>
        </p:nvSpPr>
        <p:spPr/>
        <p:txBody>
          <a:bodyPr/>
          <a:lstStyle/>
          <a:p>
            <a:fld id="{97E150C1-1D78-4D80-810D-E9E86F6E88AB}" type="datetime1">
              <a:rPr lang="en-US" smtClean="0"/>
              <a:t>4/19/26</a:t>
            </a:fld>
            <a:endParaRPr lang="en-US" dirty="0"/>
          </a:p>
        </p:txBody>
      </p:sp>
      <p:sp>
        <p:nvSpPr>
          <p:cNvPr id="5" name="Footer Placeholder 4">
            <a:extLst>
              <a:ext uri="{FF2B5EF4-FFF2-40B4-BE49-F238E27FC236}">
                <a16:creationId xmlns:a16="http://schemas.microsoft.com/office/drawing/2014/main" id="{37886FC0-7327-44D9-B689-0AE73FD25596}"/>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1219D265-BFBA-4C93-9B1A-B9483AE6BF32}"/>
              </a:ext>
            </a:extLst>
          </p:cNvPr>
          <p:cNvSpPr>
            <a:spLocks noGrp="1"/>
          </p:cNvSpPr>
          <p:nvPr>
            <p:ph type="sldNum" sz="quarter" idx="12"/>
          </p:nvPr>
        </p:nvSpPr>
        <p:spPr/>
        <p:txBody>
          <a:bodyPr/>
          <a:lstStyle/>
          <a:p>
            <a:fld id="{F3450C42-9A0B-4425-92C2-70FCF7C45734}" type="slidenum">
              <a:rPr lang="en-US" smtClean="0"/>
              <a:t>‹#›</a:t>
            </a:fld>
            <a:endParaRPr lang="en-US" dirty="0"/>
          </a:p>
        </p:txBody>
      </p:sp>
      <p:sp>
        <p:nvSpPr>
          <p:cNvPr id="14" name="Oval 13">
            <a:extLst>
              <a:ext uri="{FF2B5EF4-FFF2-40B4-BE49-F238E27FC236}">
                <a16:creationId xmlns:a16="http://schemas.microsoft.com/office/drawing/2014/main" id="{464F5FEB-DE92-47DA-8C46-DC088E8960A4}"/>
              </a:ext>
            </a:extLst>
          </p:cNvPr>
          <p:cNvSpPr/>
          <p:nvPr/>
        </p:nvSpPr>
        <p:spPr>
          <a:xfrm>
            <a:off x="320736" y="652894"/>
            <a:ext cx="319941" cy="319941"/>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Tree>
    <p:extLst>
      <p:ext uri="{BB962C8B-B14F-4D97-AF65-F5344CB8AC3E}">
        <p14:creationId xmlns:p14="http://schemas.microsoft.com/office/powerpoint/2010/main" val="27255326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7637BE-B22F-40EE-94F0-04549BC56238}"/>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AA71582-4BAF-4211-AD4A-476ED6EB115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099DCF6B-C800-4345-BAE9-EE9FA65903F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8" name="Graphic 185">
            <a:extLst>
              <a:ext uri="{FF2B5EF4-FFF2-40B4-BE49-F238E27FC236}">
                <a16:creationId xmlns:a16="http://schemas.microsoft.com/office/drawing/2014/main" id="{E6190A1E-5381-43C4-B058-7758339984D6}"/>
              </a:ext>
            </a:extLst>
          </p:cNvPr>
          <p:cNvGrpSpPr/>
          <p:nvPr/>
        </p:nvGrpSpPr>
        <p:grpSpPr>
          <a:xfrm>
            <a:off x="10999563" y="5987064"/>
            <a:ext cx="1054467" cy="469689"/>
            <a:chOff x="9841624" y="4115729"/>
            <a:chExt cx="602170" cy="268223"/>
          </a:xfrm>
          <a:solidFill>
            <a:schemeClr val="tx1"/>
          </a:solidFill>
        </p:grpSpPr>
        <p:sp>
          <p:nvSpPr>
            <p:cNvPr id="9" name="Freeform: Shape 8">
              <a:extLst>
                <a:ext uri="{FF2B5EF4-FFF2-40B4-BE49-F238E27FC236}">
                  <a16:creationId xmlns:a16="http://schemas.microsoft.com/office/drawing/2014/main" id="{F7E35469-0BEA-4E5E-955F-1AA300A62DE5}"/>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58F650BE-565E-4A52-8143-7A87700FC5F5}"/>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286A3F89-AA2A-44E5-915E-C47A069EB685}"/>
                </a:ext>
              </a:extLst>
            </p:cNvPr>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5C57F514-AB27-4489-8D3C-01DD1025DDAD}"/>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0141169F-1C39-4D04-AF32-D0D14D004B05}"/>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5" name="Date Placeholder 4">
            <a:extLst>
              <a:ext uri="{FF2B5EF4-FFF2-40B4-BE49-F238E27FC236}">
                <a16:creationId xmlns:a16="http://schemas.microsoft.com/office/drawing/2014/main" id="{93087465-759F-4895-8FC6-DD464FB918CA}"/>
              </a:ext>
            </a:extLst>
          </p:cNvPr>
          <p:cNvSpPr>
            <a:spLocks noGrp="1"/>
          </p:cNvSpPr>
          <p:nvPr>
            <p:ph type="dt" sz="half" idx="10"/>
          </p:nvPr>
        </p:nvSpPr>
        <p:spPr/>
        <p:txBody>
          <a:bodyPr/>
          <a:lstStyle/>
          <a:p>
            <a:fld id="{29E9CBD8-1588-4B6B-B74D-87480DDE94C0}" type="datetime1">
              <a:rPr lang="en-US" smtClean="0"/>
              <a:t>4/19/26</a:t>
            </a:fld>
            <a:endParaRPr lang="en-US" dirty="0"/>
          </a:p>
        </p:txBody>
      </p:sp>
      <p:sp>
        <p:nvSpPr>
          <p:cNvPr id="6" name="Footer Placeholder 5">
            <a:extLst>
              <a:ext uri="{FF2B5EF4-FFF2-40B4-BE49-F238E27FC236}">
                <a16:creationId xmlns:a16="http://schemas.microsoft.com/office/drawing/2014/main" id="{92F1AA18-D8A5-44D9-881C-522258ED54D7}"/>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1C1BA574-A76A-4F4C-8CBD-768278B66E72}"/>
              </a:ext>
            </a:extLst>
          </p:cNvPr>
          <p:cNvSpPr>
            <a:spLocks noGrp="1"/>
          </p:cNvSpPr>
          <p:nvPr>
            <p:ph type="sldNum" sz="quarter" idx="12"/>
          </p:nvPr>
        </p:nvSpPr>
        <p:spPr/>
        <p:txBody>
          <a:bodyPr/>
          <a:lstStyle/>
          <a:p>
            <a:fld id="{F3450C42-9A0B-4425-92C2-70FCF7C45734}" type="slidenum">
              <a:rPr lang="en-US" smtClean="0"/>
              <a:t>‹#›</a:t>
            </a:fld>
            <a:endParaRPr lang="en-US" dirty="0"/>
          </a:p>
        </p:txBody>
      </p:sp>
      <p:sp>
        <p:nvSpPr>
          <p:cNvPr id="15" name="Oval 14">
            <a:extLst>
              <a:ext uri="{FF2B5EF4-FFF2-40B4-BE49-F238E27FC236}">
                <a16:creationId xmlns:a16="http://schemas.microsoft.com/office/drawing/2014/main" id="{2793E083-ADC4-4391-83DD-781529A66110}"/>
              </a:ext>
            </a:extLst>
          </p:cNvPr>
          <p:cNvSpPr/>
          <p:nvPr/>
        </p:nvSpPr>
        <p:spPr>
          <a:xfrm>
            <a:off x="320736" y="652894"/>
            <a:ext cx="319941" cy="319941"/>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Tree>
    <p:extLst>
      <p:ext uri="{BB962C8B-B14F-4D97-AF65-F5344CB8AC3E}">
        <p14:creationId xmlns:p14="http://schemas.microsoft.com/office/powerpoint/2010/main" val="40179193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1B666-D6BE-4FA8-9CF1-F15FD58B0CBF}"/>
              </a:ext>
            </a:extLst>
          </p:cNvPr>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BCE4B4A-DE64-4563-83CD-C40B1D681D9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1DA0314-0202-4E6D-8352-C28376A9C08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7B56083-87B4-4603-B6FF-A9EB68E3E6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33708CF-F028-4917-A9CB-59BF5248A20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10" name="Graphic 185">
            <a:extLst>
              <a:ext uri="{FF2B5EF4-FFF2-40B4-BE49-F238E27FC236}">
                <a16:creationId xmlns:a16="http://schemas.microsoft.com/office/drawing/2014/main" id="{81B934BF-E239-47E1-93E9-EA3182162D21}"/>
              </a:ext>
            </a:extLst>
          </p:cNvPr>
          <p:cNvGrpSpPr/>
          <p:nvPr/>
        </p:nvGrpSpPr>
        <p:grpSpPr>
          <a:xfrm>
            <a:off x="10999563" y="5987064"/>
            <a:ext cx="1054467" cy="469689"/>
            <a:chOff x="9841624" y="4115729"/>
            <a:chExt cx="602170" cy="268223"/>
          </a:xfrm>
          <a:solidFill>
            <a:schemeClr val="tx1"/>
          </a:solidFill>
        </p:grpSpPr>
        <p:sp>
          <p:nvSpPr>
            <p:cNvPr id="11" name="Freeform: Shape 10">
              <a:extLst>
                <a:ext uri="{FF2B5EF4-FFF2-40B4-BE49-F238E27FC236}">
                  <a16:creationId xmlns:a16="http://schemas.microsoft.com/office/drawing/2014/main" id="{C3BBF177-5044-426A-93ED-64BDC84BF184}"/>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74270648-77F5-4D28-B691-DA57AA28FD73}"/>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6086B770-2F70-4B7B-9525-286BBD63AD72}"/>
                </a:ext>
              </a:extLst>
            </p:cNvPr>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4" name="Freeform: Shape 13">
              <a:extLst>
                <a:ext uri="{FF2B5EF4-FFF2-40B4-BE49-F238E27FC236}">
                  <a16:creationId xmlns:a16="http://schemas.microsoft.com/office/drawing/2014/main" id="{57DDC14D-7AE3-41CD-ADFC-A3601D4F9DF3}"/>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42181834-8401-4B66-85EE-1CBF57807DAB}"/>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7" name="Date Placeholder 6">
            <a:extLst>
              <a:ext uri="{FF2B5EF4-FFF2-40B4-BE49-F238E27FC236}">
                <a16:creationId xmlns:a16="http://schemas.microsoft.com/office/drawing/2014/main" id="{A433C091-3B62-4087-9A97-63BBE28CFF17}"/>
              </a:ext>
            </a:extLst>
          </p:cNvPr>
          <p:cNvSpPr>
            <a:spLocks noGrp="1"/>
          </p:cNvSpPr>
          <p:nvPr>
            <p:ph type="dt" sz="half" idx="10"/>
          </p:nvPr>
        </p:nvSpPr>
        <p:spPr/>
        <p:txBody>
          <a:bodyPr/>
          <a:lstStyle/>
          <a:p>
            <a:fld id="{AD794440-721C-4D75-BD4F-4CFB3D51CDCA}" type="datetime1">
              <a:rPr lang="en-US" smtClean="0"/>
              <a:t>4/19/26</a:t>
            </a:fld>
            <a:endParaRPr lang="en-US" dirty="0"/>
          </a:p>
        </p:txBody>
      </p:sp>
      <p:sp>
        <p:nvSpPr>
          <p:cNvPr id="8" name="Footer Placeholder 7">
            <a:extLst>
              <a:ext uri="{FF2B5EF4-FFF2-40B4-BE49-F238E27FC236}">
                <a16:creationId xmlns:a16="http://schemas.microsoft.com/office/drawing/2014/main" id="{870710C3-2723-4847-BCAF-96D9FAE50555}"/>
              </a:ext>
            </a:extLst>
          </p:cNvPr>
          <p:cNvSpPr>
            <a:spLocks noGrp="1"/>
          </p:cNvSpPr>
          <p:nvPr>
            <p:ph type="ftr" sz="quarter" idx="11"/>
          </p:nvPr>
        </p:nvSpPr>
        <p:spPr/>
        <p:txBody>
          <a:bodyPr/>
          <a:lstStyle/>
          <a:p>
            <a:r>
              <a:rPr lang="en-US" dirty="0"/>
              <a:t>Sample Footer Text</a:t>
            </a:r>
          </a:p>
        </p:txBody>
      </p:sp>
      <p:sp>
        <p:nvSpPr>
          <p:cNvPr id="9" name="Slide Number Placeholder 8">
            <a:extLst>
              <a:ext uri="{FF2B5EF4-FFF2-40B4-BE49-F238E27FC236}">
                <a16:creationId xmlns:a16="http://schemas.microsoft.com/office/drawing/2014/main" id="{96618B2C-95AC-4438-97FD-07ACF297B8FE}"/>
              </a:ext>
            </a:extLst>
          </p:cNvPr>
          <p:cNvSpPr>
            <a:spLocks noGrp="1"/>
          </p:cNvSpPr>
          <p:nvPr>
            <p:ph type="sldNum" sz="quarter" idx="12"/>
          </p:nvPr>
        </p:nvSpPr>
        <p:spPr/>
        <p:txBody>
          <a:bodyPr/>
          <a:lstStyle/>
          <a:p>
            <a:fld id="{F3450C42-9A0B-4425-92C2-70FCF7C45734}" type="slidenum">
              <a:rPr lang="en-US" smtClean="0"/>
              <a:t>‹#›</a:t>
            </a:fld>
            <a:endParaRPr lang="en-US" dirty="0"/>
          </a:p>
        </p:txBody>
      </p:sp>
      <p:sp>
        <p:nvSpPr>
          <p:cNvPr id="17" name="Oval 16">
            <a:extLst>
              <a:ext uri="{FF2B5EF4-FFF2-40B4-BE49-F238E27FC236}">
                <a16:creationId xmlns:a16="http://schemas.microsoft.com/office/drawing/2014/main" id="{D6B0F5A7-6E8A-4BCD-8F1F-233ECD21B262}"/>
              </a:ext>
            </a:extLst>
          </p:cNvPr>
          <p:cNvSpPr/>
          <p:nvPr/>
        </p:nvSpPr>
        <p:spPr>
          <a:xfrm>
            <a:off x="320736" y="652894"/>
            <a:ext cx="319941" cy="319941"/>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Tree>
    <p:extLst>
      <p:ext uri="{BB962C8B-B14F-4D97-AF65-F5344CB8AC3E}">
        <p14:creationId xmlns:p14="http://schemas.microsoft.com/office/powerpoint/2010/main" val="36993820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29CF7F-748D-4598-983E-96A2BE26930A}"/>
              </a:ext>
            </a:extLst>
          </p:cNvPr>
          <p:cNvSpPr>
            <a:spLocks noGrp="1"/>
          </p:cNvSpPr>
          <p:nvPr>
            <p:ph type="title"/>
          </p:nvPr>
        </p:nvSpPr>
        <p:spPr/>
        <p:txBody>
          <a:bodyPr/>
          <a:lstStyle/>
          <a:p>
            <a:r>
              <a:rPr lang="en-US"/>
              <a:t>Click to edit Master title style</a:t>
            </a:r>
            <a:endParaRPr lang="en-US" dirty="0"/>
          </a:p>
        </p:txBody>
      </p:sp>
      <p:grpSp>
        <p:nvGrpSpPr>
          <p:cNvPr id="6" name="Graphic 185">
            <a:extLst>
              <a:ext uri="{FF2B5EF4-FFF2-40B4-BE49-F238E27FC236}">
                <a16:creationId xmlns:a16="http://schemas.microsoft.com/office/drawing/2014/main" id="{DFD4D3BE-80D4-4E69-9C76-F0D8517DF690}"/>
              </a:ext>
            </a:extLst>
          </p:cNvPr>
          <p:cNvGrpSpPr/>
          <p:nvPr/>
        </p:nvGrpSpPr>
        <p:grpSpPr>
          <a:xfrm>
            <a:off x="10999563" y="5987064"/>
            <a:ext cx="1054467" cy="469689"/>
            <a:chOff x="9841624" y="4115729"/>
            <a:chExt cx="602170" cy="268223"/>
          </a:xfrm>
          <a:solidFill>
            <a:schemeClr val="tx1"/>
          </a:solidFill>
        </p:grpSpPr>
        <p:sp>
          <p:nvSpPr>
            <p:cNvPr id="7" name="Freeform: Shape 6">
              <a:extLst>
                <a:ext uri="{FF2B5EF4-FFF2-40B4-BE49-F238E27FC236}">
                  <a16:creationId xmlns:a16="http://schemas.microsoft.com/office/drawing/2014/main" id="{A0B6E97F-00E1-4372-8978-8BCBDC9026E6}"/>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CC7651B7-7A30-4AFA-A4D7-0B0C5D2DDAAF}"/>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FD2FC5CA-556B-4409-B084-34753A1F04E6}"/>
                </a:ext>
              </a:extLst>
            </p:cNvPr>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3E63FB41-EE1F-4889-9096-3A38936330D5}"/>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0DD19F3B-7B3E-4861-8FDA-D0116C96C16E}"/>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3" name="Date Placeholder 2">
            <a:extLst>
              <a:ext uri="{FF2B5EF4-FFF2-40B4-BE49-F238E27FC236}">
                <a16:creationId xmlns:a16="http://schemas.microsoft.com/office/drawing/2014/main" id="{410A2C46-C908-4010-AAE2-9FA41B145C4D}"/>
              </a:ext>
            </a:extLst>
          </p:cNvPr>
          <p:cNvSpPr>
            <a:spLocks noGrp="1"/>
          </p:cNvSpPr>
          <p:nvPr>
            <p:ph type="dt" sz="half" idx="10"/>
          </p:nvPr>
        </p:nvSpPr>
        <p:spPr/>
        <p:txBody>
          <a:bodyPr/>
          <a:lstStyle/>
          <a:p>
            <a:fld id="{B2701A64-483B-4532-94FB-D8F90CB6DEE0}" type="datetime1">
              <a:rPr lang="en-US" smtClean="0"/>
              <a:t>4/19/26</a:t>
            </a:fld>
            <a:endParaRPr lang="en-US" dirty="0"/>
          </a:p>
        </p:txBody>
      </p:sp>
      <p:sp>
        <p:nvSpPr>
          <p:cNvPr id="4" name="Footer Placeholder 3">
            <a:extLst>
              <a:ext uri="{FF2B5EF4-FFF2-40B4-BE49-F238E27FC236}">
                <a16:creationId xmlns:a16="http://schemas.microsoft.com/office/drawing/2014/main" id="{C7CF5279-7D37-4D98-9A70-987C84F62C2B}"/>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2896FAD0-59EF-49AA-BBC6-A0EC184DD2C9}"/>
              </a:ext>
            </a:extLst>
          </p:cNvPr>
          <p:cNvSpPr>
            <a:spLocks noGrp="1"/>
          </p:cNvSpPr>
          <p:nvPr>
            <p:ph type="sldNum" sz="quarter" idx="12"/>
          </p:nvPr>
        </p:nvSpPr>
        <p:spPr/>
        <p:txBody>
          <a:bodyPr/>
          <a:lstStyle/>
          <a:p>
            <a:fld id="{F3450C42-9A0B-4425-92C2-70FCF7C45734}" type="slidenum">
              <a:rPr lang="en-US" smtClean="0"/>
              <a:t>‹#›</a:t>
            </a:fld>
            <a:endParaRPr lang="en-US" dirty="0"/>
          </a:p>
        </p:txBody>
      </p:sp>
      <p:sp>
        <p:nvSpPr>
          <p:cNvPr id="13" name="Oval 12">
            <a:extLst>
              <a:ext uri="{FF2B5EF4-FFF2-40B4-BE49-F238E27FC236}">
                <a16:creationId xmlns:a16="http://schemas.microsoft.com/office/drawing/2014/main" id="{876EB399-18D2-46D5-8757-35FCFF8EA80D}"/>
              </a:ext>
            </a:extLst>
          </p:cNvPr>
          <p:cNvSpPr/>
          <p:nvPr/>
        </p:nvSpPr>
        <p:spPr>
          <a:xfrm>
            <a:off x="320736" y="652894"/>
            <a:ext cx="319941" cy="319941"/>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Tree>
    <p:extLst>
      <p:ext uri="{BB962C8B-B14F-4D97-AF65-F5344CB8AC3E}">
        <p14:creationId xmlns:p14="http://schemas.microsoft.com/office/powerpoint/2010/main" val="8974722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grpSp>
        <p:nvGrpSpPr>
          <p:cNvPr id="5" name="Graphic 185">
            <a:extLst>
              <a:ext uri="{FF2B5EF4-FFF2-40B4-BE49-F238E27FC236}">
                <a16:creationId xmlns:a16="http://schemas.microsoft.com/office/drawing/2014/main" id="{773CCE17-EE0F-40E0-B7AE-CF7677B64709}"/>
              </a:ext>
            </a:extLst>
          </p:cNvPr>
          <p:cNvGrpSpPr/>
          <p:nvPr/>
        </p:nvGrpSpPr>
        <p:grpSpPr>
          <a:xfrm>
            <a:off x="10999563" y="5987064"/>
            <a:ext cx="1054467" cy="469689"/>
            <a:chOff x="9841624" y="4115729"/>
            <a:chExt cx="602170" cy="268223"/>
          </a:xfrm>
          <a:solidFill>
            <a:schemeClr val="tx1"/>
          </a:solidFill>
        </p:grpSpPr>
        <p:sp>
          <p:nvSpPr>
            <p:cNvPr id="6" name="Freeform: Shape 5">
              <a:extLst>
                <a:ext uri="{FF2B5EF4-FFF2-40B4-BE49-F238E27FC236}">
                  <a16:creationId xmlns:a16="http://schemas.microsoft.com/office/drawing/2014/main" id="{B0AC6C4E-6EA5-454A-AB84-8B94D8B585EC}"/>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7" name="Freeform: Shape 6">
              <a:extLst>
                <a:ext uri="{FF2B5EF4-FFF2-40B4-BE49-F238E27FC236}">
                  <a16:creationId xmlns:a16="http://schemas.microsoft.com/office/drawing/2014/main" id="{B4329338-925B-4677-BA6E-4357D37DB545}"/>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334C0A08-043F-4818-BA1D-BCC9F811A873}"/>
                </a:ext>
              </a:extLst>
            </p:cNvPr>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DCB185DD-ED0D-4633-8098-95C4A6F177CC}"/>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2AD50526-B611-40B6-BB45-AE82F0EF5992}"/>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2" name="Date Placeholder 1">
            <a:extLst>
              <a:ext uri="{FF2B5EF4-FFF2-40B4-BE49-F238E27FC236}">
                <a16:creationId xmlns:a16="http://schemas.microsoft.com/office/drawing/2014/main" id="{0708C302-4224-4668-8CAC-3267172A0C93}"/>
              </a:ext>
            </a:extLst>
          </p:cNvPr>
          <p:cNvSpPr>
            <a:spLocks noGrp="1"/>
          </p:cNvSpPr>
          <p:nvPr>
            <p:ph type="dt" sz="half" idx="10"/>
          </p:nvPr>
        </p:nvSpPr>
        <p:spPr/>
        <p:txBody>
          <a:bodyPr/>
          <a:lstStyle/>
          <a:p>
            <a:fld id="{6F18FB39-20FB-4E2E-B861-45B709B9C3C5}" type="datetime1">
              <a:rPr lang="en-US" smtClean="0"/>
              <a:t>4/19/26</a:t>
            </a:fld>
            <a:endParaRPr lang="en-US" dirty="0"/>
          </a:p>
        </p:txBody>
      </p:sp>
      <p:sp>
        <p:nvSpPr>
          <p:cNvPr id="3" name="Footer Placeholder 2">
            <a:extLst>
              <a:ext uri="{FF2B5EF4-FFF2-40B4-BE49-F238E27FC236}">
                <a16:creationId xmlns:a16="http://schemas.microsoft.com/office/drawing/2014/main" id="{F0C8FC22-AEB6-4BAF-BF93-41A2C757CCC7}"/>
              </a:ext>
            </a:extLst>
          </p:cNvPr>
          <p:cNvSpPr>
            <a:spLocks noGrp="1"/>
          </p:cNvSpPr>
          <p:nvPr>
            <p:ph type="ftr" sz="quarter" idx="11"/>
          </p:nvPr>
        </p:nvSpPr>
        <p:spPr/>
        <p:txBody>
          <a:bodyPr/>
          <a:lstStyle/>
          <a:p>
            <a:r>
              <a:rPr lang="en-US" dirty="0"/>
              <a:t>Sample Footer Text</a:t>
            </a:r>
          </a:p>
        </p:txBody>
      </p:sp>
      <p:sp>
        <p:nvSpPr>
          <p:cNvPr id="4" name="Slide Number Placeholder 3">
            <a:extLst>
              <a:ext uri="{FF2B5EF4-FFF2-40B4-BE49-F238E27FC236}">
                <a16:creationId xmlns:a16="http://schemas.microsoft.com/office/drawing/2014/main" id="{252CA88A-5462-4F17-AFA0-52721ADDBB8F}"/>
              </a:ext>
            </a:extLst>
          </p:cNvPr>
          <p:cNvSpPr>
            <a:spLocks noGrp="1"/>
          </p:cNvSpPr>
          <p:nvPr>
            <p:ph type="sldNum" sz="quarter" idx="12"/>
          </p:nvPr>
        </p:nvSpPr>
        <p:spPr/>
        <p:txBody>
          <a:bodyPr/>
          <a:lstStyle/>
          <a:p>
            <a:fld id="{F3450C42-9A0B-4425-92C2-70FCF7C45734}" type="slidenum">
              <a:rPr lang="en-US" smtClean="0"/>
              <a:t>‹#›</a:t>
            </a:fld>
            <a:endParaRPr lang="en-US" dirty="0"/>
          </a:p>
        </p:txBody>
      </p:sp>
      <p:sp>
        <p:nvSpPr>
          <p:cNvPr id="12" name="Oval 11">
            <a:extLst>
              <a:ext uri="{FF2B5EF4-FFF2-40B4-BE49-F238E27FC236}">
                <a16:creationId xmlns:a16="http://schemas.microsoft.com/office/drawing/2014/main" id="{70CCC791-94D7-4BB8-9EDF-423CEA1F6215}"/>
              </a:ext>
            </a:extLst>
          </p:cNvPr>
          <p:cNvSpPr/>
          <p:nvPr/>
        </p:nvSpPr>
        <p:spPr>
          <a:xfrm>
            <a:off x="320736" y="652894"/>
            <a:ext cx="319941" cy="319941"/>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Tree>
    <p:extLst>
      <p:ext uri="{BB962C8B-B14F-4D97-AF65-F5344CB8AC3E}">
        <p14:creationId xmlns:p14="http://schemas.microsoft.com/office/powerpoint/2010/main" val="5874622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6AC37-C5B5-462A-BE4A-E55CEBF2A34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A4B007F-32A8-4688-BBEF-4FCB99DF5EA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1DF2E2EB-BF8A-44A4-8AE0-BD6C31B1D9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grpSp>
        <p:nvGrpSpPr>
          <p:cNvPr id="8" name="Graphic 185">
            <a:extLst>
              <a:ext uri="{FF2B5EF4-FFF2-40B4-BE49-F238E27FC236}">
                <a16:creationId xmlns:a16="http://schemas.microsoft.com/office/drawing/2014/main" id="{FC9E188F-54C8-4547-9F8C-525712AD7DB6}"/>
              </a:ext>
            </a:extLst>
          </p:cNvPr>
          <p:cNvGrpSpPr/>
          <p:nvPr/>
        </p:nvGrpSpPr>
        <p:grpSpPr>
          <a:xfrm>
            <a:off x="10999563" y="5987064"/>
            <a:ext cx="1054467" cy="469689"/>
            <a:chOff x="9841624" y="4115729"/>
            <a:chExt cx="602170" cy="268223"/>
          </a:xfrm>
          <a:solidFill>
            <a:schemeClr val="tx1"/>
          </a:solidFill>
        </p:grpSpPr>
        <p:sp>
          <p:nvSpPr>
            <p:cNvPr id="9" name="Freeform: Shape 8">
              <a:extLst>
                <a:ext uri="{FF2B5EF4-FFF2-40B4-BE49-F238E27FC236}">
                  <a16:creationId xmlns:a16="http://schemas.microsoft.com/office/drawing/2014/main" id="{B99C4538-3939-47A9-A590-09FF21960653}"/>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7541CA75-5D05-4996-A26D-CE0C909CD5F7}"/>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86305856-26BC-4BCC-BEF3-5E9CED941775}"/>
                </a:ext>
              </a:extLst>
            </p:cNvPr>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BC69651C-AC37-4CD2-8367-19297D7E2389}"/>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C3E9031B-BA8D-4D9D-9BB3-A16F7A80F854}"/>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5" name="Date Placeholder 4">
            <a:extLst>
              <a:ext uri="{FF2B5EF4-FFF2-40B4-BE49-F238E27FC236}">
                <a16:creationId xmlns:a16="http://schemas.microsoft.com/office/drawing/2014/main" id="{269840A2-CF60-4C47-B955-E65BC451FE73}"/>
              </a:ext>
            </a:extLst>
          </p:cNvPr>
          <p:cNvSpPr>
            <a:spLocks noGrp="1"/>
          </p:cNvSpPr>
          <p:nvPr>
            <p:ph type="dt" sz="half" idx="10"/>
          </p:nvPr>
        </p:nvSpPr>
        <p:spPr/>
        <p:txBody>
          <a:bodyPr/>
          <a:lstStyle/>
          <a:p>
            <a:fld id="{AC48AC19-8BD6-476C-9770-8884373BCF00}" type="datetime1">
              <a:rPr lang="en-US" smtClean="0"/>
              <a:t>4/19/26</a:t>
            </a:fld>
            <a:endParaRPr lang="en-US"/>
          </a:p>
        </p:txBody>
      </p:sp>
      <p:sp>
        <p:nvSpPr>
          <p:cNvPr id="6" name="Footer Placeholder 5">
            <a:extLst>
              <a:ext uri="{FF2B5EF4-FFF2-40B4-BE49-F238E27FC236}">
                <a16:creationId xmlns:a16="http://schemas.microsoft.com/office/drawing/2014/main" id="{3179DC6E-CC55-47AB-A405-5FB7EE2D191D}"/>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6D5D5E7D-EBA7-4DB0-8C78-7EB8A85FA4FF}"/>
              </a:ext>
            </a:extLst>
          </p:cNvPr>
          <p:cNvSpPr>
            <a:spLocks noGrp="1"/>
          </p:cNvSpPr>
          <p:nvPr>
            <p:ph type="sldNum" sz="quarter" idx="12"/>
          </p:nvPr>
        </p:nvSpPr>
        <p:spPr/>
        <p:txBody>
          <a:bodyPr/>
          <a:lstStyle/>
          <a:p>
            <a:fld id="{F3450C42-9A0B-4425-92C2-70FCF7C45734}" type="slidenum">
              <a:rPr lang="en-US" smtClean="0"/>
              <a:t>‹#›</a:t>
            </a:fld>
            <a:endParaRPr lang="en-US" dirty="0"/>
          </a:p>
        </p:txBody>
      </p:sp>
      <p:sp>
        <p:nvSpPr>
          <p:cNvPr id="15" name="Oval 14">
            <a:extLst>
              <a:ext uri="{FF2B5EF4-FFF2-40B4-BE49-F238E27FC236}">
                <a16:creationId xmlns:a16="http://schemas.microsoft.com/office/drawing/2014/main" id="{C5B051DE-636E-4B3C-9886-2055CE23E49A}"/>
              </a:ext>
            </a:extLst>
          </p:cNvPr>
          <p:cNvSpPr/>
          <p:nvPr/>
        </p:nvSpPr>
        <p:spPr>
          <a:xfrm>
            <a:off x="320736" y="652894"/>
            <a:ext cx="319941" cy="319941"/>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Tree>
    <p:extLst>
      <p:ext uri="{BB962C8B-B14F-4D97-AF65-F5344CB8AC3E}">
        <p14:creationId xmlns:p14="http://schemas.microsoft.com/office/powerpoint/2010/main" val="13536161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F1D355-3146-41D1-B7DC-20B8ACE390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FAD4AAFB-E8F8-4FD1-8C6A-ED2C3FAD503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2E051AF1-B16F-43B9-95CC-C17B570DEC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grpSp>
        <p:nvGrpSpPr>
          <p:cNvPr id="8" name="Graphic 185">
            <a:extLst>
              <a:ext uri="{FF2B5EF4-FFF2-40B4-BE49-F238E27FC236}">
                <a16:creationId xmlns:a16="http://schemas.microsoft.com/office/drawing/2014/main" id="{C8B77273-9FF7-4B93-8385-AD09A5F86AE5}"/>
              </a:ext>
            </a:extLst>
          </p:cNvPr>
          <p:cNvGrpSpPr/>
          <p:nvPr/>
        </p:nvGrpSpPr>
        <p:grpSpPr>
          <a:xfrm>
            <a:off x="10999563" y="5987064"/>
            <a:ext cx="1054467" cy="469689"/>
            <a:chOff x="9841624" y="4115729"/>
            <a:chExt cx="602170" cy="268223"/>
          </a:xfrm>
          <a:solidFill>
            <a:schemeClr val="tx1"/>
          </a:solidFill>
        </p:grpSpPr>
        <p:sp>
          <p:nvSpPr>
            <p:cNvPr id="9" name="Freeform: Shape 8">
              <a:extLst>
                <a:ext uri="{FF2B5EF4-FFF2-40B4-BE49-F238E27FC236}">
                  <a16:creationId xmlns:a16="http://schemas.microsoft.com/office/drawing/2014/main" id="{3117A673-3729-4EAD-9E8C-52BEBF74B857}"/>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EE8DB752-94CD-4A94-BDE3-DD285EB89F3F}"/>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32F8DDFC-E5CA-4F36-B2BE-BCE49D4F6C95}"/>
                </a:ext>
              </a:extLst>
            </p:cNvPr>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0BB589AE-2F9C-4C83-8DC7-1205CB037525}"/>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7AC9A2DE-3C9E-4CD0-8C7A-CC5F9F9942E4}"/>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5" name="Date Placeholder 4">
            <a:extLst>
              <a:ext uri="{FF2B5EF4-FFF2-40B4-BE49-F238E27FC236}">
                <a16:creationId xmlns:a16="http://schemas.microsoft.com/office/drawing/2014/main" id="{D68C8714-2467-4715-934E-6787C84F7929}"/>
              </a:ext>
            </a:extLst>
          </p:cNvPr>
          <p:cNvSpPr>
            <a:spLocks noGrp="1"/>
          </p:cNvSpPr>
          <p:nvPr>
            <p:ph type="dt" sz="half" idx="10"/>
          </p:nvPr>
        </p:nvSpPr>
        <p:spPr/>
        <p:txBody>
          <a:bodyPr/>
          <a:lstStyle/>
          <a:p>
            <a:fld id="{F3F68C53-8AD1-4F09-9486-FB3406B99CFA}" type="datetime1">
              <a:rPr lang="en-US" smtClean="0"/>
              <a:t>4/19/26</a:t>
            </a:fld>
            <a:endParaRPr lang="en-US" dirty="0"/>
          </a:p>
        </p:txBody>
      </p:sp>
      <p:sp>
        <p:nvSpPr>
          <p:cNvPr id="6" name="Footer Placeholder 5">
            <a:extLst>
              <a:ext uri="{FF2B5EF4-FFF2-40B4-BE49-F238E27FC236}">
                <a16:creationId xmlns:a16="http://schemas.microsoft.com/office/drawing/2014/main" id="{A46F13D6-03EC-4D31-8BB1-9FFDE3633C21}"/>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7C65D4DD-A2A4-4DF6-9527-E5F12FEB936C}"/>
              </a:ext>
            </a:extLst>
          </p:cNvPr>
          <p:cNvSpPr>
            <a:spLocks noGrp="1"/>
          </p:cNvSpPr>
          <p:nvPr>
            <p:ph type="sldNum" sz="quarter" idx="12"/>
          </p:nvPr>
        </p:nvSpPr>
        <p:spPr/>
        <p:txBody>
          <a:bodyPr/>
          <a:lstStyle/>
          <a:p>
            <a:fld id="{F3450C42-9A0B-4425-92C2-70FCF7C45734}" type="slidenum">
              <a:rPr lang="en-US" smtClean="0"/>
              <a:t>‹#›</a:t>
            </a:fld>
            <a:endParaRPr lang="en-US" dirty="0"/>
          </a:p>
        </p:txBody>
      </p:sp>
      <p:sp>
        <p:nvSpPr>
          <p:cNvPr id="15" name="Oval 14">
            <a:extLst>
              <a:ext uri="{FF2B5EF4-FFF2-40B4-BE49-F238E27FC236}">
                <a16:creationId xmlns:a16="http://schemas.microsoft.com/office/drawing/2014/main" id="{FD202F3A-9FDE-4E11-B865-FBAEC415F880}"/>
              </a:ext>
            </a:extLst>
          </p:cNvPr>
          <p:cNvSpPr/>
          <p:nvPr/>
        </p:nvSpPr>
        <p:spPr>
          <a:xfrm>
            <a:off x="320736" y="652894"/>
            <a:ext cx="319941" cy="319941"/>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Tree>
    <p:extLst>
      <p:ext uri="{BB962C8B-B14F-4D97-AF65-F5344CB8AC3E}">
        <p14:creationId xmlns:p14="http://schemas.microsoft.com/office/powerpoint/2010/main" val="39299277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F3A871-D377-4EC0-9ACF-86842F01E1D0}"/>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3D53202-92A9-45A3-B812-777DB9578B4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7" name="Graphic 185">
            <a:extLst>
              <a:ext uri="{FF2B5EF4-FFF2-40B4-BE49-F238E27FC236}">
                <a16:creationId xmlns:a16="http://schemas.microsoft.com/office/drawing/2014/main" id="{7196FB0C-3A9D-4892-90C9-21F3459AAD9E}"/>
              </a:ext>
            </a:extLst>
          </p:cNvPr>
          <p:cNvGrpSpPr/>
          <p:nvPr/>
        </p:nvGrpSpPr>
        <p:grpSpPr>
          <a:xfrm>
            <a:off x="10999563" y="5987064"/>
            <a:ext cx="1054467" cy="469689"/>
            <a:chOff x="9841624" y="4115729"/>
            <a:chExt cx="602170" cy="268223"/>
          </a:xfrm>
          <a:solidFill>
            <a:schemeClr val="tx1"/>
          </a:solidFill>
        </p:grpSpPr>
        <p:sp>
          <p:nvSpPr>
            <p:cNvPr id="8" name="Freeform: Shape 7">
              <a:extLst>
                <a:ext uri="{FF2B5EF4-FFF2-40B4-BE49-F238E27FC236}">
                  <a16:creationId xmlns:a16="http://schemas.microsoft.com/office/drawing/2014/main" id="{16938C96-CF0F-4B69-A695-913F11BFC6F0}"/>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3CA7E6BB-6B60-4BF5-9D3E-A3FE782EF5B0}"/>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3F693EDA-57B3-4AEB-863B-B198C2A5A8E3}"/>
                </a:ext>
              </a:extLst>
            </p:cNvPr>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B3A04A96-045F-4B6E-AEEE-11A2FA01B4FC}"/>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7FB357DC-5AD3-44F4-879B-5AD6B18AC36F}"/>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FA2CA47F-83AD-4BE3-AC2F-6C17883F78C7}"/>
              </a:ext>
            </a:extLst>
          </p:cNvPr>
          <p:cNvSpPr>
            <a:spLocks noGrp="1"/>
          </p:cNvSpPr>
          <p:nvPr>
            <p:ph type="dt" sz="half" idx="10"/>
          </p:nvPr>
        </p:nvSpPr>
        <p:spPr/>
        <p:txBody>
          <a:bodyPr/>
          <a:lstStyle/>
          <a:p>
            <a:fld id="{FB9092B3-2D87-4CDF-B84B-C46E5F5D31F7}" type="datetime1">
              <a:rPr lang="en-US" smtClean="0"/>
              <a:t>4/19/26</a:t>
            </a:fld>
            <a:endParaRPr lang="en-US" dirty="0"/>
          </a:p>
        </p:txBody>
      </p:sp>
      <p:sp>
        <p:nvSpPr>
          <p:cNvPr id="5" name="Footer Placeholder 4">
            <a:extLst>
              <a:ext uri="{FF2B5EF4-FFF2-40B4-BE49-F238E27FC236}">
                <a16:creationId xmlns:a16="http://schemas.microsoft.com/office/drawing/2014/main" id="{21118A72-3200-4597-A9C5-0D9ECFF3E8CD}"/>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0D70055A-71D4-49B4-8A8F-19AFDB84E958}"/>
              </a:ext>
            </a:extLst>
          </p:cNvPr>
          <p:cNvSpPr>
            <a:spLocks noGrp="1"/>
          </p:cNvSpPr>
          <p:nvPr>
            <p:ph type="sldNum" sz="quarter" idx="12"/>
          </p:nvPr>
        </p:nvSpPr>
        <p:spPr/>
        <p:txBody>
          <a:bodyPr/>
          <a:lstStyle/>
          <a:p>
            <a:fld id="{F3450C42-9A0B-4425-92C2-70FCF7C45734}" type="slidenum">
              <a:rPr lang="en-US" smtClean="0"/>
              <a:t>‹#›</a:t>
            </a:fld>
            <a:endParaRPr lang="en-US" dirty="0"/>
          </a:p>
        </p:txBody>
      </p:sp>
      <p:sp>
        <p:nvSpPr>
          <p:cNvPr id="15" name="Oval 14">
            <a:extLst>
              <a:ext uri="{FF2B5EF4-FFF2-40B4-BE49-F238E27FC236}">
                <a16:creationId xmlns:a16="http://schemas.microsoft.com/office/drawing/2014/main" id="{0B0E5D27-C447-432F-982D-B60FDD6F34AD}"/>
              </a:ext>
            </a:extLst>
          </p:cNvPr>
          <p:cNvSpPr/>
          <p:nvPr/>
        </p:nvSpPr>
        <p:spPr>
          <a:xfrm>
            <a:off x="320736" y="652894"/>
            <a:ext cx="319941" cy="319941"/>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Tree>
    <p:extLst>
      <p:ext uri="{BB962C8B-B14F-4D97-AF65-F5344CB8AC3E}">
        <p14:creationId xmlns:p14="http://schemas.microsoft.com/office/powerpoint/2010/main" val="6270539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8C59DBB-9256-464D-8A6A-8BDA71541D6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6A25E310-E6CB-4838-8E9B-B288DA55277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7" name="Graphic 185">
            <a:extLst>
              <a:ext uri="{FF2B5EF4-FFF2-40B4-BE49-F238E27FC236}">
                <a16:creationId xmlns:a16="http://schemas.microsoft.com/office/drawing/2014/main" id="{BCF412A8-E798-47AD-ABD9-98D76A55D30B}"/>
              </a:ext>
            </a:extLst>
          </p:cNvPr>
          <p:cNvGrpSpPr/>
          <p:nvPr/>
        </p:nvGrpSpPr>
        <p:grpSpPr>
          <a:xfrm>
            <a:off x="10999563" y="5987064"/>
            <a:ext cx="1054467" cy="469689"/>
            <a:chOff x="9841624" y="4115729"/>
            <a:chExt cx="602170" cy="268223"/>
          </a:xfrm>
          <a:solidFill>
            <a:schemeClr val="tx1"/>
          </a:solidFill>
        </p:grpSpPr>
        <p:sp>
          <p:nvSpPr>
            <p:cNvPr id="8" name="Freeform: Shape 7">
              <a:extLst>
                <a:ext uri="{FF2B5EF4-FFF2-40B4-BE49-F238E27FC236}">
                  <a16:creationId xmlns:a16="http://schemas.microsoft.com/office/drawing/2014/main" id="{E70160C5-475D-401A-AEE2-2C04E99A1518}"/>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07CC7CE9-9C7F-49C2-8609-47BF523390F5}"/>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726FD5F1-978C-45AF-9086-D5DBE1F01681}"/>
                </a:ext>
              </a:extLst>
            </p:cNvPr>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3873AB1C-723A-4FB4-9B23-65BAF5074833}"/>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61DE5510-5094-4FA4-96E5-AD4841D1C38A}"/>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F7CE2202-679F-48B0-B2DD-F6F54711224B}"/>
              </a:ext>
            </a:extLst>
          </p:cNvPr>
          <p:cNvSpPr>
            <a:spLocks noGrp="1"/>
          </p:cNvSpPr>
          <p:nvPr>
            <p:ph type="dt" sz="half" idx="10"/>
          </p:nvPr>
        </p:nvSpPr>
        <p:spPr/>
        <p:txBody>
          <a:bodyPr/>
          <a:lstStyle/>
          <a:p>
            <a:fld id="{3D769E57-47B1-47B0-B526-3153E4B1E729}" type="datetime1">
              <a:rPr lang="en-US" smtClean="0"/>
              <a:t>4/19/26</a:t>
            </a:fld>
            <a:endParaRPr lang="en-US" dirty="0"/>
          </a:p>
        </p:txBody>
      </p:sp>
      <p:sp>
        <p:nvSpPr>
          <p:cNvPr id="5" name="Footer Placeholder 4">
            <a:extLst>
              <a:ext uri="{FF2B5EF4-FFF2-40B4-BE49-F238E27FC236}">
                <a16:creationId xmlns:a16="http://schemas.microsoft.com/office/drawing/2014/main" id="{D07BC83D-E4C0-49E1-ADA1-1AF403984BDA}"/>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31BF211E-B2EA-4CDC-9E84-B6898394921B}"/>
              </a:ext>
            </a:extLst>
          </p:cNvPr>
          <p:cNvSpPr>
            <a:spLocks noGrp="1"/>
          </p:cNvSpPr>
          <p:nvPr>
            <p:ph type="sldNum" sz="quarter" idx="12"/>
          </p:nvPr>
        </p:nvSpPr>
        <p:spPr/>
        <p:txBody>
          <a:bodyPr/>
          <a:lstStyle/>
          <a:p>
            <a:fld id="{F3450C42-9A0B-4425-92C2-70FCF7C45734}" type="slidenum">
              <a:rPr lang="en-US" smtClean="0"/>
              <a:t>‹#›</a:t>
            </a:fld>
            <a:endParaRPr lang="en-US" dirty="0"/>
          </a:p>
        </p:txBody>
      </p:sp>
      <p:sp>
        <p:nvSpPr>
          <p:cNvPr id="14" name="Oval 13">
            <a:extLst>
              <a:ext uri="{FF2B5EF4-FFF2-40B4-BE49-F238E27FC236}">
                <a16:creationId xmlns:a16="http://schemas.microsoft.com/office/drawing/2014/main" id="{1FE2F5FD-5D31-4C1D-82F8-93624C7B0A3C}"/>
              </a:ext>
            </a:extLst>
          </p:cNvPr>
          <p:cNvSpPr/>
          <p:nvPr/>
        </p:nvSpPr>
        <p:spPr>
          <a:xfrm>
            <a:off x="320736" y="652894"/>
            <a:ext cx="319941" cy="319941"/>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Tree>
    <p:extLst>
      <p:ext uri="{BB962C8B-B14F-4D97-AF65-F5344CB8AC3E}">
        <p14:creationId xmlns:p14="http://schemas.microsoft.com/office/powerpoint/2010/main" val="34246408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633F5C3-CD4B-4472-B59A-49D460CB1CD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7772236B-AB2C-4D6F-AE15-700992DA917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090F509-07BE-4446-8772-F44E09936B7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b="1" cap="all" spc="100" baseline="0">
                <a:solidFill>
                  <a:schemeClr val="tx1">
                    <a:tint val="75000"/>
                  </a:schemeClr>
                </a:solidFill>
                <a:latin typeface="+mn-lt"/>
                <a:ea typeface="Source Sans Pro SemiBold" panose="020B0603030403020204" pitchFamily="34" charset="0"/>
              </a:defRPr>
            </a:lvl1pPr>
          </a:lstStyle>
          <a:p>
            <a:fld id="{BA543EDD-D0D2-447F-B24F-3717AF4B109D}" type="datetime1">
              <a:rPr lang="en-US" smtClean="0"/>
              <a:pPr/>
              <a:t>4/19/26</a:t>
            </a:fld>
            <a:endParaRPr lang="en-US" dirty="0"/>
          </a:p>
        </p:txBody>
      </p:sp>
      <p:sp>
        <p:nvSpPr>
          <p:cNvPr id="5" name="Footer Placeholder 4">
            <a:extLst>
              <a:ext uri="{FF2B5EF4-FFF2-40B4-BE49-F238E27FC236}">
                <a16:creationId xmlns:a16="http://schemas.microsoft.com/office/drawing/2014/main" id="{501B927E-3833-4F85-99B5-56B5F1E540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1" cap="all" spc="100" baseline="0">
                <a:solidFill>
                  <a:schemeClr val="tx1">
                    <a:tint val="75000"/>
                  </a:schemeClr>
                </a:solidFill>
                <a:latin typeface="+mn-lt"/>
                <a:ea typeface="Source Sans Pro SemiBold" panose="020B0603030403020204" pitchFamily="34" charset="0"/>
              </a:defRPr>
            </a:lvl1pPr>
          </a:lstStyle>
          <a:p>
            <a:r>
              <a:rPr lang="en-US" dirty="0"/>
              <a:t>Sample Footer Text</a:t>
            </a:r>
          </a:p>
        </p:txBody>
      </p:sp>
      <p:sp>
        <p:nvSpPr>
          <p:cNvPr id="6" name="Slide Number Placeholder 5">
            <a:extLst>
              <a:ext uri="{FF2B5EF4-FFF2-40B4-BE49-F238E27FC236}">
                <a16:creationId xmlns:a16="http://schemas.microsoft.com/office/drawing/2014/main" id="{E628CB64-4E98-43DE-B543-7BE5B329DBA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b="1" cap="all" spc="100" baseline="0">
                <a:solidFill>
                  <a:schemeClr val="tx1">
                    <a:tint val="75000"/>
                  </a:schemeClr>
                </a:solidFill>
                <a:latin typeface="+mn-lt"/>
                <a:ea typeface="Source Sans Pro SemiBold" panose="020B0603030403020204" pitchFamily="34" charset="0"/>
              </a:defRPr>
            </a:lvl1pPr>
          </a:lstStyle>
          <a:p>
            <a:fld id="{F3450C42-9A0B-4425-92C2-70FCF7C45734}" type="slidenum">
              <a:rPr lang="en-US" smtClean="0"/>
              <a:pPr/>
              <a:t>‹#›</a:t>
            </a:fld>
            <a:endParaRPr lang="en-US" dirty="0"/>
          </a:p>
        </p:txBody>
      </p:sp>
    </p:spTree>
    <p:extLst>
      <p:ext uri="{BB962C8B-B14F-4D97-AF65-F5344CB8AC3E}">
        <p14:creationId xmlns:p14="http://schemas.microsoft.com/office/powerpoint/2010/main" val="2163880652"/>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2" r:id="rId3"/>
    <p:sldLayoutId id="2147483753" r:id="rId4"/>
    <p:sldLayoutId id="2147483754" r:id="rId5"/>
    <p:sldLayoutId id="2147483760" r:id="rId6"/>
    <p:sldLayoutId id="2147483755" r:id="rId7"/>
    <p:sldLayoutId id="2147483756" r:id="rId8"/>
    <p:sldLayoutId id="2147483757" r:id="rId9"/>
    <p:sldLayoutId id="2147483759" r:id="rId10"/>
    <p:sldLayoutId id="2147483758"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3A397E3E-B90C-4D82-BAAA-36F7AC6A45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0" name="Group 19">
            <a:extLst>
              <a:ext uri="{FF2B5EF4-FFF2-40B4-BE49-F238E27FC236}">
                <a16:creationId xmlns:a16="http://schemas.microsoft.com/office/drawing/2014/main" id="{0F0C2E5D-B08F-4A99-9D15-59D33148FE0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47167"/>
            <a:ext cx="1861854" cy="717514"/>
            <a:chOff x="0" y="238499"/>
            <a:chExt cx="1861854" cy="717514"/>
          </a:xfrm>
        </p:grpSpPr>
        <p:grpSp>
          <p:nvGrpSpPr>
            <p:cNvPr id="21" name="Group 20">
              <a:extLst>
                <a:ext uri="{FF2B5EF4-FFF2-40B4-BE49-F238E27FC236}">
                  <a16:creationId xmlns:a16="http://schemas.microsoft.com/office/drawing/2014/main" id="{07B8F35D-FB89-4C40-8A99-E46DDA02132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0" y="238499"/>
              <a:ext cx="1861854" cy="717514"/>
              <a:chOff x="0" y="604259"/>
              <a:chExt cx="1861854" cy="717514"/>
            </a:xfrm>
            <a:solidFill>
              <a:srgbClr val="FFFFFF"/>
            </a:solidFill>
          </p:grpSpPr>
          <p:sp>
            <p:nvSpPr>
              <p:cNvPr id="25" name="Freeform: Shape 24">
                <a:extLst>
                  <a:ext uri="{FF2B5EF4-FFF2-40B4-BE49-F238E27FC236}">
                    <a16:creationId xmlns:a16="http://schemas.microsoft.com/office/drawing/2014/main" id="{E16C8D8F-10E9-4498-ABDB-0F923F8B68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604259"/>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33" name="Freeform: Shape 25">
                <a:extLst>
                  <a:ext uri="{FF2B5EF4-FFF2-40B4-BE49-F238E27FC236}">
                    <a16:creationId xmlns:a16="http://schemas.microsoft.com/office/drawing/2014/main" id="{1E5A83E3-8A11-4492-BB6E-F5F2240316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043994"/>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grpSp>
          <p:nvGrpSpPr>
            <p:cNvPr id="22" name="Group 21">
              <a:extLst>
                <a:ext uri="{FF2B5EF4-FFF2-40B4-BE49-F238E27FC236}">
                  <a16:creationId xmlns:a16="http://schemas.microsoft.com/office/drawing/2014/main" id="{55FC669C-CD13-4F4A-AFFF-4029D34F2DB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0" y="238499"/>
              <a:ext cx="1861854" cy="717514"/>
              <a:chOff x="0" y="604259"/>
              <a:chExt cx="1861854" cy="717514"/>
            </a:xfrm>
            <a:solidFill>
              <a:schemeClr val="tx1"/>
            </a:solidFill>
          </p:grpSpPr>
          <p:sp>
            <p:nvSpPr>
              <p:cNvPr id="23" name="Freeform: Shape 22">
                <a:extLst>
                  <a:ext uri="{FF2B5EF4-FFF2-40B4-BE49-F238E27FC236}">
                    <a16:creationId xmlns:a16="http://schemas.microsoft.com/office/drawing/2014/main" id="{6617B5AA-8A0D-41D3-B2EF-8BC53E3B7D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604259"/>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24" name="Freeform: Shape 23">
                <a:extLst>
                  <a:ext uri="{FF2B5EF4-FFF2-40B4-BE49-F238E27FC236}">
                    <a16:creationId xmlns:a16="http://schemas.microsoft.com/office/drawing/2014/main" id="{572EB308-9A4E-4332-A908-22F2978D75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043994"/>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grpSp>
      <p:grpSp>
        <p:nvGrpSpPr>
          <p:cNvPr id="28" name="Group 27">
            <a:extLst>
              <a:ext uri="{FF2B5EF4-FFF2-40B4-BE49-F238E27FC236}">
                <a16:creationId xmlns:a16="http://schemas.microsoft.com/office/drawing/2014/main" id="{BB7A900B-006E-46F4-831E-5AABAEE45E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64492" y="1103896"/>
            <a:ext cx="4965868" cy="4598497"/>
            <a:chOff x="1674895" y="1345036"/>
            <a:chExt cx="5428610" cy="4210939"/>
          </a:xfrm>
        </p:grpSpPr>
        <p:sp>
          <p:nvSpPr>
            <p:cNvPr id="29" name="Rectangle 28">
              <a:extLst>
                <a:ext uri="{FF2B5EF4-FFF2-40B4-BE49-F238E27FC236}">
                  <a16:creationId xmlns:a16="http://schemas.microsoft.com/office/drawing/2014/main" id="{2C1D3151-5F97-4860-B56C-C98BD62CC2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74895" y="1345036"/>
              <a:ext cx="5428610" cy="4210939"/>
            </a:xfrm>
            <a:prstGeom prst="rect">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DAD33695-C117-4AEE-9AF5-65F13C6CC3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74895" y="1345036"/>
              <a:ext cx="5428610" cy="4210939"/>
            </a:xfrm>
            <a:prstGeom prst="rect">
              <a:avLst/>
            </a:pr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useBgFill="1">
        <p:nvSpPr>
          <p:cNvPr id="32" name="Rectangle 31">
            <a:extLst>
              <a:ext uri="{FF2B5EF4-FFF2-40B4-BE49-F238E27FC236}">
                <a16:creationId xmlns:a16="http://schemas.microsoft.com/office/drawing/2014/main" id="{90A7F83A-9728-4030-8E45-9ECF1ABCCC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4039" y="1073782"/>
            <a:ext cx="4860256" cy="4529266"/>
          </a:xfrm>
          <a:prstGeom prst="rect">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73AEBB2-CA5C-A537-8256-A995D50EBCF0}"/>
              </a:ext>
            </a:extLst>
          </p:cNvPr>
          <p:cNvSpPr>
            <a:spLocks noGrp="1"/>
          </p:cNvSpPr>
          <p:nvPr>
            <p:ph type="ctrTitle"/>
          </p:nvPr>
        </p:nvSpPr>
        <p:spPr>
          <a:xfrm>
            <a:off x="838200" y="1254952"/>
            <a:ext cx="4324642" cy="2309515"/>
          </a:xfrm>
        </p:spPr>
        <p:txBody>
          <a:bodyPr>
            <a:normAutofit/>
          </a:bodyPr>
          <a:lstStyle/>
          <a:p>
            <a:r>
              <a:rPr lang="en-US" sz="3800" dirty="0"/>
              <a:t>Prog2590</a:t>
            </a:r>
            <a:br>
              <a:rPr lang="en-US" sz="3800" dirty="0"/>
            </a:br>
            <a:r>
              <a:rPr lang="en-US" sz="3800" dirty="0"/>
              <a:t>Group-5</a:t>
            </a:r>
            <a:br>
              <a:rPr lang="en-US" sz="3800" dirty="0"/>
            </a:br>
            <a:endParaRPr lang="en-US" sz="3800" dirty="0"/>
          </a:p>
        </p:txBody>
      </p:sp>
      <p:sp>
        <p:nvSpPr>
          <p:cNvPr id="3" name="Subtitle 2">
            <a:extLst>
              <a:ext uri="{FF2B5EF4-FFF2-40B4-BE49-F238E27FC236}">
                <a16:creationId xmlns:a16="http://schemas.microsoft.com/office/drawing/2014/main" id="{E95DF10C-0673-B343-6B00-316E87C87BE4}"/>
              </a:ext>
            </a:extLst>
          </p:cNvPr>
          <p:cNvSpPr>
            <a:spLocks noGrp="1"/>
          </p:cNvSpPr>
          <p:nvPr>
            <p:ph type="subTitle" idx="1"/>
          </p:nvPr>
        </p:nvSpPr>
        <p:spPr>
          <a:xfrm>
            <a:off x="838200" y="4113303"/>
            <a:ext cx="4324642" cy="1372772"/>
          </a:xfrm>
        </p:spPr>
        <p:txBody>
          <a:bodyPr>
            <a:normAutofit fontScale="55000" lnSpcReduction="20000"/>
          </a:bodyPr>
          <a:lstStyle/>
          <a:p>
            <a:pPr>
              <a:lnSpc>
                <a:spcPct val="100000"/>
              </a:lnSpc>
            </a:pPr>
            <a:r>
              <a:rPr lang="en-CA" sz="2000" dirty="0"/>
              <a:t>Group Members</a:t>
            </a:r>
          </a:p>
          <a:p>
            <a:pPr>
              <a:lnSpc>
                <a:spcPct val="100000"/>
              </a:lnSpc>
            </a:pPr>
            <a:r>
              <a:rPr lang="en-CA" sz="2000" dirty="0"/>
              <a:t>Harkamal Singh Toor</a:t>
            </a:r>
          </a:p>
          <a:p>
            <a:pPr>
              <a:lnSpc>
                <a:spcPct val="100000"/>
              </a:lnSpc>
            </a:pPr>
            <a:r>
              <a:rPr lang="en-CA" sz="2000" dirty="0" err="1"/>
              <a:t>Harsimranpreet</a:t>
            </a:r>
            <a:r>
              <a:rPr lang="en-CA" sz="2000" dirty="0"/>
              <a:t> </a:t>
            </a:r>
            <a:r>
              <a:rPr lang="en-CA" sz="2000" dirty="0" err="1"/>
              <a:t>kaur</a:t>
            </a:r>
            <a:endParaRPr lang="en-CA" sz="2000" dirty="0"/>
          </a:p>
          <a:p>
            <a:pPr>
              <a:lnSpc>
                <a:spcPct val="100000"/>
              </a:lnSpc>
            </a:pPr>
            <a:r>
              <a:rPr lang="en-CA" sz="2000" dirty="0"/>
              <a:t>SaInabou samba camara</a:t>
            </a:r>
          </a:p>
          <a:p>
            <a:pPr>
              <a:lnSpc>
                <a:spcPct val="100000"/>
              </a:lnSpc>
            </a:pPr>
            <a:r>
              <a:rPr lang="en-CA" sz="2000" dirty="0"/>
              <a:t>Lewis Moura</a:t>
            </a:r>
          </a:p>
          <a:p>
            <a:pPr>
              <a:lnSpc>
                <a:spcPct val="100000"/>
              </a:lnSpc>
            </a:pPr>
            <a:endParaRPr lang="en-CA" sz="2000" dirty="0"/>
          </a:p>
          <a:p>
            <a:pPr>
              <a:lnSpc>
                <a:spcPct val="100000"/>
              </a:lnSpc>
            </a:pPr>
            <a:endParaRPr lang="en-US" sz="2000" dirty="0"/>
          </a:p>
        </p:txBody>
      </p:sp>
      <p:sp>
        <p:nvSpPr>
          <p:cNvPr id="34" name="Freeform: Shape 33">
            <a:extLst>
              <a:ext uri="{FF2B5EF4-FFF2-40B4-BE49-F238E27FC236}">
                <a16:creationId xmlns:a16="http://schemas.microsoft.com/office/drawing/2014/main" id="{A2B5CBEA-F125-49B6-8335-227C325B11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10790119" y="0"/>
            <a:ext cx="1401881" cy="1345036"/>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36" name="Freeform: Shape 35">
            <a:extLst>
              <a:ext uri="{FF2B5EF4-FFF2-40B4-BE49-F238E27FC236}">
                <a16:creationId xmlns:a16="http://schemas.microsoft.com/office/drawing/2014/main" id="{FEA9761C-7BB2-45E5-A5DB-A0B3536245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10790119" y="0"/>
            <a:ext cx="1401881" cy="1345036"/>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1">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38" name="Oval 37">
            <a:extLst>
              <a:ext uri="{FF2B5EF4-FFF2-40B4-BE49-F238E27FC236}">
                <a16:creationId xmlns:a16="http://schemas.microsoft.com/office/drawing/2014/main" id="{4D1A5E71-B6B6-486A-8CDC-C7ABD9B903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7634" y="4727300"/>
            <a:ext cx="319941" cy="319941"/>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0" name="Oval 39">
            <a:extLst>
              <a:ext uri="{FF2B5EF4-FFF2-40B4-BE49-F238E27FC236}">
                <a16:creationId xmlns:a16="http://schemas.microsoft.com/office/drawing/2014/main" id="{8E44D629-6B8E-4D88-A77E-149C0ED034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7634" y="4727300"/>
            <a:ext cx="319941" cy="319941"/>
          </a:xfrm>
          <a:prstGeom prst="ellipse">
            <a:avLst/>
          </a:pr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pic>
        <p:nvPicPr>
          <p:cNvPr id="4" name="Picture 3" descr="Angle view of circuit shaped like a brain">
            <a:extLst>
              <a:ext uri="{FF2B5EF4-FFF2-40B4-BE49-F238E27FC236}">
                <a16:creationId xmlns:a16="http://schemas.microsoft.com/office/drawing/2014/main" id="{D789FFAD-EC98-720B-9A5C-E6C527BD2F46}"/>
              </a:ext>
            </a:extLst>
          </p:cNvPr>
          <p:cNvPicPr>
            <a:picLocks noChangeAspect="1"/>
          </p:cNvPicPr>
          <p:nvPr/>
        </p:nvPicPr>
        <p:blipFill>
          <a:blip r:embed="rId2"/>
          <a:srcRect l="6172" r="3909"/>
          <a:stretch>
            <a:fillRect/>
          </a:stretch>
        </p:blipFill>
        <p:spPr>
          <a:xfrm>
            <a:off x="6094114" y="1321031"/>
            <a:ext cx="5428611" cy="4210940"/>
          </a:xfrm>
          <a:prstGeom prst="rect">
            <a:avLst/>
          </a:prstGeom>
          <a:ln w="28575">
            <a:noFill/>
          </a:ln>
        </p:spPr>
      </p:pic>
      <p:grpSp>
        <p:nvGrpSpPr>
          <p:cNvPr id="42" name="Graphic 185">
            <a:extLst>
              <a:ext uri="{FF2B5EF4-FFF2-40B4-BE49-F238E27FC236}">
                <a16:creationId xmlns:a16="http://schemas.microsoft.com/office/drawing/2014/main" id="{FB9739EB-7F66-433D-841F-AB3CD18700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503907" y="5801515"/>
            <a:ext cx="1054466" cy="469689"/>
            <a:chOff x="9841624" y="4115729"/>
            <a:chExt cx="602169" cy="268223"/>
          </a:xfrm>
          <a:solidFill>
            <a:srgbClr val="FFFFFF"/>
          </a:solidFill>
        </p:grpSpPr>
        <p:sp>
          <p:nvSpPr>
            <p:cNvPr id="43" name="Freeform: Shape 42">
              <a:extLst>
                <a:ext uri="{FF2B5EF4-FFF2-40B4-BE49-F238E27FC236}">
                  <a16:creationId xmlns:a16="http://schemas.microsoft.com/office/drawing/2014/main" id="{104F2BBD-A005-4DCB-9566-F2351050B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8B00DEC7-198B-49D1-98FD-018F3ECFCF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F14DFC82-B3B3-468E-91B3-1302CFC684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D3250EFE-214E-4B8E-AF96-036A514FFB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AD058EBE-D4A5-4C43-B170-6A451F87A7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grpSp>
        <p:nvGrpSpPr>
          <p:cNvPr id="49" name="Graphic 185">
            <a:extLst>
              <a:ext uri="{FF2B5EF4-FFF2-40B4-BE49-F238E27FC236}">
                <a16:creationId xmlns:a16="http://schemas.microsoft.com/office/drawing/2014/main" id="{8B6BCBAB-41A5-4D6D-8C9B-55E3AA6FCC2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503907" y="5801515"/>
            <a:ext cx="1054466" cy="469689"/>
            <a:chOff x="9841624" y="4115729"/>
            <a:chExt cx="602169" cy="268223"/>
          </a:xfrm>
          <a:solidFill>
            <a:schemeClr val="tx1"/>
          </a:solidFill>
        </p:grpSpPr>
        <p:sp>
          <p:nvSpPr>
            <p:cNvPr id="50" name="Freeform: Shape 49">
              <a:extLst>
                <a:ext uri="{FF2B5EF4-FFF2-40B4-BE49-F238E27FC236}">
                  <a16:creationId xmlns:a16="http://schemas.microsoft.com/office/drawing/2014/main" id="{755217F1-B506-4443-A399-CFFA441CD6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CB8C0F31-7A0C-4630-A379-0B4719A1F7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12D43873-56D9-4AC1-AB59-A1E78D6797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B2197D5-22E1-47CC-83CF-9E64CCD57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05DC5D97-506B-47F6-B9A7-D8FA26C88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6" name="TextBox 5">
            <a:extLst>
              <a:ext uri="{FF2B5EF4-FFF2-40B4-BE49-F238E27FC236}">
                <a16:creationId xmlns:a16="http://schemas.microsoft.com/office/drawing/2014/main" id="{3ECC426B-6278-AA66-8171-E4A300580360}"/>
              </a:ext>
            </a:extLst>
          </p:cNvPr>
          <p:cNvSpPr txBox="1"/>
          <p:nvPr/>
        </p:nvSpPr>
        <p:spPr>
          <a:xfrm>
            <a:off x="1124475" y="3103335"/>
            <a:ext cx="3719383" cy="646331"/>
          </a:xfrm>
          <a:prstGeom prst="rect">
            <a:avLst/>
          </a:prstGeom>
          <a:noFill/>
        </p:spPr>
        <p:txBody>
          <a:bodyPr wrap="square" rtlCol="0">
            <a:spAutoFit/>
          </a:bodyPr>
          <a:lstStyle/>
          <a:p>
            <a:r>
              <a:rPr lang="en-US" dirty="0"/>
              <a:t>       Income Classification Using        	Machine Learning</a:t>
            </a:r>
          </a:p>
        </p:txBody>
      </p:sp>
    </p:spTree>
    <p:extLst>
      <p:ext uri="{BB962C8B-B14F-4D97-AF65-F5344CB8AC3E}">
        <p14:creationId xmlns:p14="http://schemas.microsoft.com/office/powerpoint/2010/main" val="4072255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2000"/>
                                  </p:stCondLst>
                                  <p:iterate type="lt">
                                    <p:tmPct val="10000"/>
                                  </p:iterate>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400"/>
                                        <p:tgtEl>
                                          <p:spTgt spid="3">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2000"/>
                                  </p:stCondLst>
                                  <p:iterate type="lt">
                                    <p:tmPct val="10000"/>
                                  </p:iterate>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400"/>
                                        <p:tgtEl>
                                          <p:spTgt spid="3">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2000"/>
                                  </p:stCondLst>
                                  <p:iterate type="lt">
                                    <p:tmPct val="10000"/>
                                  </p:iterate>
                                  <p:childTnLst>
                                    <p:set>
                                      <p:cBhvr>
                                        <p:cTn id="24" dur="1" fill="hold">
                                          <p:stCondLst>
                                            <p:cond delay="0"/>
                                          </p:stCondLst>
                                        </p:cTn>
                                        <p:tgtEl>
                                          <p:spTgt spid="3">
                                            <p:txEl>
                                              <p:pRg st="3" end="3"/>
                                            </p:txEl>
                                          </p:spTgt>
                                        </p:tgtEl>
                                        <p:attrNameLst>
                                          <p:attrName>style.visibility</p:attrName>
                                        </p:attrNameLst>
                                      </p:cBhvr>
                                      <p:to>
                                        <p:strVal val="visible"/>
                                      </p:to>
                                    </p:set>
                                    <p:animEffect transition="in" filter="fade">
                                      <p:cBhvr>
                                        <p:cTn id="25" dur="400"/>
                                        <p:tgtEl>
                                          <p:spTgt spid="3">
                                            <p:txEl>
                                              <p:pRg st="3" end="3"/>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2000"/>
                                  </p:stCondLst>
                                  <p:iterate type="lt">
                                    <p:tmPct val="10000"/>
                                  </p:iterate>
                                  <p:childTnLst>
                                    <p:set>
                                      <p:cBhvr>
                                        <p:cTn id="29" dur="1" fill="hold">
                                          <p:stCondLst>
                                            <p:cond delay="0"/>
                                          </p:stCondLst>
                                        </p:cTn>
                                        <p:tgtEl>
                                          <p:spTgt spid="3">
                                            <p:txEl>
                                              <p:pRg st="4" end="4"/>
                                            </p:txEl>
                                          </p:spTgt>
                                        </p:tgtEl>
                                        <p:attrNameLst>
                                          <p:attrName>style.visibility</p:attrName>
                                        </p:attrNameLst>
                                      </p:cBhvr>
                                      <p:to>
                                        <p:strVal val="visible"/>
                                      </p:to>
                                    </p:set>
                                    <p:animEffect transition="in" filter="fade">
                                      <p:cBhvr>
                                        <p:cTn id="30" dur="4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Freeform: Shape 11">
            <a:extLst>
              <a:ext uri="{FF2B5EF4-FFF2-40B4-BE49-F238E27FC236}">
                <a16:creationId xmlns:a16="http://schemas.microsoft.com/office/drawing/2014/main" id="{3C1D1FA3-6212-4B97-9B1E-C7F81247C2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
            <a:ext cx="2232251" cy="2361890"/>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67" name="Freeform: Shape 13">
            <a:extLst>
              <a:ext uri="{FF2B5EF4-FFF2-40B4-BE49-F238E27FC236}">
                <a16:creationId xmlns:a16="http://schemas.microsoft.com/office/drawing/2014/main" id="{11C51958-04D4-4687-95A2-95DCDCF474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
            <a:ext cx="2232251" cy="2361890"/>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chemeClr val="accent3">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68" name="Freeform: Shape 15">
            <a:extLst>
              <a:ext uri="{FF2B5EF4-FFF2-40B4-BE49-F238E27FC236}">
                <a16:creationId xmlns:a16="http://schemas.microsoft.com/office/drawing/2014/main" id="{79AFCB35-9C04-4524-A0B1-57FF6865D0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92656"/>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solidFill>
            <a:schemeClr val="tx1"/>
          </a:solidFill>
          <a:ln w="9525" cap="flat">
            <a:noFill/>
            <a:prstDash val="solid"/>
            <a:miter/>
          </a:ln>
        </p:spPr>
        <p:txBody>
          <a:bodyPr wrap="square" rtlCol="0" anchor="ctr">
            <a:noAutofit/>
          </a:bodyPr>
          <a:lstStyle/>
          <a:p>
            <a:endParaRPr lang="en-US"/>
          </a:p>
        </p:txBody>
      </p:sp>
      <p:sp>
        <p:nvSpPr>
          <p:cNvPr id="69" name="Freeform: Shape 17">
            <a:extLst>
              <a:ext uri="{FF2B5EF4-FFF2-40B4-BE49-F238E27FC236}">
                <a16:creationId xmlns:a16="http://schemas.microsoft.com/office/drawing/2014/main" id="{D11AD2AD-0BA0-4DD3-8EEA-84686A0E71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32391"/>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solidFill>
            <a:schemeClr val="tx1"/>
          </a:solidFill>
          <a:ln w="9525"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A7D219B3-EC9D-7A94-EAD1-8B21A2E745AD}"/>
              </a:ext>
            </a:extLst>
          </p:cNvPr>
          <p:cNvSpPr>
            <a:spLocks noGrp="1"/>
          </p:cNvSpPr>
          <p:nvPr>
            <p:ph type="title"/>
          </p:nvPr>
        </p:nvSpPr>
        <p:spPr>
          <a:xfrm>
            <a:off x="1861854" y="633046"/>
            <a:ext cx="4834021" cy="1314996"/>
          </a:xfrm>
        </p:spPr>
        <p:txBody>
          <a:bodyPr anchor="b">
            <a:normAutofit/>
          </a:bodyPr>
          <a:lstStyle/>
          <a:p>
            <a:r>
              <a:rPr lang="en-US" b="1"/>
              <a:t>Introduction</a:t>
            </a:r>
            <a:endParaRPr lang="en-US" b="1" dirty="0"/>
          </a:p>
        </p:txBody>
      </p:sp>
      <p:sp>
        <p:nvSpPr>
          <p:cNvPr id="3" name="Content Placeholder 2">
            <a:extLst>
              <a:ext uri="{FF2B5EF4-FFF2-40B4-BE49-F238E27FC236}">
                <a16:creationId xmlns:a16="http://schemas.microsoft.com/office/drawing/2014/main" id="{5E48136F-620F-861F-7638-E1BB4ADB94E7}"/>
              </a:ext>
            </a:extLst>
          </p:cNvPr>
          <p:cNvSpPr>
            <a:spLocks noGrp="1"/>
          </p:cNvSpPr>
          <p:nvPr>
            <p:ph idx="1"/>
          </p:nvPr>
        </p:nvSpPr>
        <p:spPr>
          <a:xfrm>
            <a:off x="1861854" y="2125737"/>
            <a:ext cx="4834021" cy="4044463"/>
          </a:xfrm>
        </p:spPr>
        <p:txBody>
          <a:bodyPr>
            <a:normAutofit/>
          </a:bodyPr>
          <a:lstStyle/>
          <a:p>
            <a:pPr marL="0" indent="0">
              <a:lnSpc>
                <a:spcPct val="100000"/>
              </a:lnSpc>
              <a:buNone/>
            </a:pPr>
            <a:r>
              <a:rPr lang="en-CA" sz="2000"/>
              <a:t>“Hello everyone, we are Group 5, and our project is </a:t>
            </a:r>
            <a:r>
              <a:rPr lang="en-CA" sz="2000" i="1"/>
              <a:t>Income Classification Using Machine Learning</a:t>
            </a:r>
            <a:r>
              <a:rPr lang="en-CA" sz="2000"/>
              <a:t> for PROG2590. Our team members are Harkamal Toor, </a:t>
            </a:r>
            <a:r>
              <a:rPr lang="en-CA" sz="2000" err="1"/>
              <a:t>Harsimranpreet</a:t>
            </a:r>
            <a:r>
              <a:rPr lang="en-CA" sz="2000"/>
              <a:t> Kaur ,Lewis Moura and Sainabou Samba Camara. Today we’ll walk you through our full ML workflow: from EDA and preprocessing to four different models and final evaluation.”</a:t>
            </a:r>
            <a:br>
              <a:rPr lang="en-CA" sz="2000"/>
            </a:br>
            <a:endParaRPr lang="en-US" sz="2000"/>
          </a:p>
        </p:txBody>
      </p:sp>
      <p:pic>
        <p:nvPicPr>
          <p:cNvPr id="70" name="Graphic 69" descr="Fingerprint">
            <a:extLst>
              <a:ext uri="{FF2B5EF4-FFF2-40B4-BE49-F238E27FC236}">
                <a16:creationId xmlns:a16="http://schemas.microsoft.com/office/drawing/2014/main" id="{5F806582-328C-804D-23E6-545DEEDBA80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235473" y="1200223"/>
            <a:ext cx="4072815" cy="4072815"/>
          </a:xfrm>
          <a:prstGeom prst="rect">
            <a:avLst/>
          </a:prstGeom>
        </p:spPr>
      </p:pic>
      <p:grpSp>
        <p:nvGrpSpPr>
          <p:cNvPr id="71" name="Graphic 185">
            <a:extLst>
              <a:ext uri="{FF2B5EF4-FFF2-40B4-BE49-F238E27FC236}">
                <a16:creationId xmlns:a16="http://schemas.microsoft.com/office/drawing/2014/main" id="{0C156BF8-7FF7-440F-BE2B-417DFFE8BFA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428634" y="5987064"/>
            <a:ext cx="1054466" cy="469689"/>
            <a:chOff x="9841624" y="4115729"/>
            <a:chExt cx="602169" cy="268223"/>
          </a:xfrm>
          <a:solidFill>
            <a:schemeClr val="tx1"/>
          </a:solidFill>
        </p:grpSpPr>
        <p:sp>
          <p:nvSpPr>
            <p:cNvPr id="72" name="Freeform: Shape 20">
              <a:extLst>
                <a:ext uri="{FF2B5EF4-FFF2-40B4-BE49-F238E27FC236}">
                  <a16:creationId xmlns:a16="http://schemas.microsoft.com/office/drawing/2014/main" id="{B7067280-C3E7-4DF6-A345-B9FEF6EF8D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73" name="Freeform: Shape 21">
              <a:extLst>
                <a:ext uri="{FF2B5EF4-FFF2-40B4-BE49-F238E27FC236}">
                  <a16:creationId xmlns:a16="http://schemas.microsoft.com/office/drawing/2014/main" id="{A78365A8-666B-4417-9D3C-554E6E6B2C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E71CAAFA-0A31-4308-AB9F-B1C84ABDF9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74" name="Freeform: Shape 23">
              <a:extLst>
                <a:ext uri="{FF2B5EF4-FFF2-40B4-BE49-F238E27FC236}">
                  <a16:creationId xmlns:a16="http://schemas.microsoft.com/office/drawing/2014/main" id="{96AB1D25-144D-4BB4-A45C-60B8A094F4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069F0FB4-779A-48FC-AC33-784F177C92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8445738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0" name="Rectangle 189">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361" name="Oval 360">
            <a:extLst>
              <a:ext uri="{FF2B5EF4-FFF2-40B4-BE49-F238E27FC236}">
                <a16:creationId xmlns:a16="http://schemas.microsoft.com/office/drawing/2014/main" id="{A99050EE-26AF-4253-BD50-F0FCD965A8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0284" y="575361"/>
            <a:ext cx="5707277" cy="5707277"/>
          </a:xfrm>
          <a:prstGeom prst="ellipse">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0D3DC9-3D78-A958-F99D-811DC5BEB95B}"/>
              </a:ext>
            </a:extLst>
          </p:cNvPr>
          <p:cNvSpPr>
            <a:spLocks noGrp="1"/>
          </p:cNvSpPr>
          <p:nvPr>
            <p:ph type="title"/>
          </p:nvPr>
        </p:nvSpPr>
        <p:spPr>
          <a:xfrm>
            <a:off x="838200" y="1748452"/>
            <a:ext cx="4974771" cy="3587786"/>
          </a:xfrm>
        </p:spPr>
        <p:txBody>
          <a:bodyPr>
            <a:normAutofit/>
          </a:bodyPr>
          <a:lstStyle/>
          <a:p>
            <a:pPr algn="ctr"/>
            <a:r>
              <a:rPr lang="en-CA" b="1" dirty="0"/>
              <a:t>Problem Overview</a:t>
            </a:r>
            <a:br>
              <a:rPr lang="en-CA" dirty="0"/>
            </a:br>
            <a:endParaRPr lang="en-US" dirty="0"/>
          </a:p>
        </p:txBody>
      </p:sp>
      <p:grpSp>
        <p:nvGrpSpPr>
          <p:cNvPr id="362" name="Graphic 190">
            <a:extLst>
              <a:ext uri="{FF2B5EF4-FFF2-40B4-BE49-F238E27FC236}">
                <a16:creationId xmlns:a16="http://schemas.microsoft.com/office/drawing/2014/main" id="{00E015F5-1A99-4E40-BC3D-7707802996B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93117" y="1193254"/>
            <a:ext cx="1291642" cy="429215"/>
            <a:chOff x="2504802" y="1755501"/>
            <a:chExt cx="1598829" cy="531293"/>
          </a:xfrm>
          <a:solidFill>
            <a:schemeClr val="tx1"/>
          </a:solidFill>
        </p:grpSpPr>
        <p:sp>
          <p:nvSpPr>
            <p:cNvPr id="363" name="Freeform: Shape 12">
              <a:extLst>
                <a:ext uri="{FF2B5EF4-FFF2-40B4-BE49-F238E27FC236}">
                  <a16:creationId xmlns:a16="http://schemas.microsoft.com/office/drawing/2014/main" id="{3FE6F571-2BB7-46DA-A3D9-B32ADDC16A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364" name="Freeform: Shape 13">
              <a:extLst>
                <a:ext uri="{FF2B5EF4-FFF2-40B4-BE49-F238E27FC236}">
                  <a16:creationId xmlns:a16="http://schemas.microsoft.com/office/drawing/2014/main" id="{A905CC16-753C-4B9F-B3E2-C456795AE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365" name="Graphic 212">
            <a:extLst>
              <a:ext uri="{FF2B5EF4-FFF2-40B4-BE49-F238E27FC236}">
                <a16:creationId xmlns:a16="http://schemas.microsoft.com/office/drawing/2014/main" id="{D0C78466-EB6E-45A0-99A6-A00789ACD9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397727" y="421588"/>
            <a:ext cx="1291468" cy="1291468"/>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6" name="Graphic 212">
            <a:extLst>
              <a:ext uri="{FF2B5EF4-FFF2-40B4-BE49-F238E27FC236}">
                <a16:creationId xmlns:a16="http://schemas.microsoft.com/office/drawing/2014/main" id="{E99F76E4-5DFD-4DBE-B042-66FBCD1182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397727" y="421588"/>
            <a:ext cx="1291468" cy="1291468"/>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367" name="Graphic 4">
            <a:extLst>
              <a:ext uri="{FF2B5EF4-FFF2-40B4-BE49-F238E27FC236}">
                <a16:creationId xmlns:a16="http://schemas.microsoft.com/office/drawing/2014/main" id="{5468B3A9-705E-43C3-A742-0619B0D8F2E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680915" y="4748271"/>
            <a:ext cx="1330536" cy="1330521"/>
            <a:chOff x="5734037" y="3067039"/>
            <a:chExt cx="724483" cy="724489"/>
          </a:xfrm>
          <a:solidFill>
            <a:schemeClr val="tx1"/>
          </a:solidFill>
        </p:grpSpPr>
        <p:sp>
          <p:nvSpPr>
            <p:cNvPr id="368" name="Freeform: Shape 20">
              <a:extLst>
                <a:ext uri="{FF2B5EF4-FFF2-40B4-BE49-F238E27FC236}">
                  <a16:creationId xmlns:a16="http://schemas.microsoft.com/office/drawing/2014/main" id="{29D439AD-5D67-497C-B831-D17FC3E592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067039"/>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69" name="Freeform: Shape 21">
              <a:extLst>
                <a:ext uri="{FF2B5EF4-FFF2-40B4-BE49-F238E27FC236}">
                  <a16:creationId xmlns:a16="http://schemas.microsoft.com/office/drawing/2014/main" id="{23F54BF2-C71C-45C5-9408-3B5E011B0F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70" name="Freeform: Shape 22">
              <a:extLst>
                <a:ext uri="{FF2B5EF4-FFF2-40B4-BE49-F238E27FC236}">
                  <a16:creationId xmlns:a16="http://schemas.microsoft.com/office/drawing/2014/main" id="{2BBABE17-DB56-44AB-934B-63C07C79F0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71" name="Freeform: Shape 23">
              <a:extLst>
                <a:ext uri="{FF2B5EF4-FFF2-40B4-BE49-F238E27FC236}">
                  <a16:creationId xmlns:a16="http://schemas.microsoft.com/office/drawing/2014/main" id="{CB483D20-A128-4076-AF54-88646172B8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72" name="Freeform: Shape 24">
              <a:extLst>
                <a:ext uri="{FF2B5EF4-FFF2-40B4-BE49-F238E27FC236}">
                  <a16:creationId xmlns:a16="http://schemas.microsoft.com/office/drawing/2014/main" id="{E5EFA818-FDDA-49E9-B11F-E9DC1854A9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73" name="Freeform: Shape 25">
              <a:extLst>
                <a:ext uri="{FF2B5EF4-FFF2-40B4-BE49-F238E27FC236}">
                  <a16:creationId xmlns:a16="http://schemas.microsoft.com/office/drawing/2014/main" id="{EA1F8728-F8F7-4828-A718-A15E7663EA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74" name="Freeform: Shape 26">
              <a:extLst>
                <a:ext uri="{FF2B5EF4-FFF2-40B4-BE49-F238E27FC236}">
                  <a16:creationId xmlns:a16="http://schemas.microsoft.com/office/drawing/2014/main" id="{8DA1F73F-AA1D-41D7-BAAB-292FD94A3E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75" name="Freeform: Shape 27">
              <a:extLst>
                <a:ext uri="{FF2B5EF4-FFF2-40B4-BE49-F238E27FC236}">
                  <a16:creationId xmlns:a16="http://schemas.microsoft.com/office/drawing/2014/main" id="{D9441DEA-C85E-4B9C-A48D-8437854C4C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12628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6" name="Freeform: Shape 28">
              <a:extLst>
                <a:ext uri="{FF2B5EF4-FFF2-40B4-BE49-F238E27FC236}">
                  <a16:creationId xmlns:a16="http://schemas.microsoft.com/office/drawing/2014/main" id="{15EBAA20-1368-4495-8D7C-820FAD8ECF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12628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77" name="Freeform: Shape 29">
              <a:extLst>
                <a:ext uri="{FF2B5EF4-FFF2-40B4-BE49-F238E27FC236}">
                  <a16:creationId xmlns:a16="http://schemas.microsoft.com/office/drawing/2014/main" id="{0FB92591-626C-4D2B-A3E6-EC8742D67B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D392448D-513F-4528-9D8D-A151982041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78" name="Freeform: Shape 31">
              <a:extLst>
                <a:ext uri="{FF2B5EF4-FFF2-40B4-BE49-F238E27FC236}">
                  <a16:creationId xmlns:a16="http://schemas.microsoft.com/office/drawing/2014/main" id="{61946BAE-1546-4EA4-A108-A799BF5D2C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79" name="Freeform: Shape 32">
              <a:extLst>
                <a:ext uri="{FF2B5EF4-FFF2-40B4-BE49-F238E27FC236}">
                  <a16:creationId xmlns:a16="http://schemas.microsoft.com/office/drawing/2014/main" id="{42A8EC93-6A35-4D37-A8CB-59362BF875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12628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80" name="Freeform: Shape 33">
              <a:extLst>
                <a:ext uri="{FF2B5EF4-FFF2-40B4-BE49-F238E27FC236}">
                  <a16:creationId xmlns:a16="http://schemas.microsoft.com/office/drawing/2014/main" id="{AFC3ECA2-E914-4D83-ABF9-B9FFD96E92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1" name="Freeform: Shape 34">
              <a:extLst>
                <a:ext uri="{FF2B5EF4-FFF2-40B4-BE49-F238E27FC236}">
                  <a16:creationId xmlns:a16="http://schemas.microsoft.com/office/drawing/2014/main" id="{712B1108-9AAC-4F10-A64F-0D6963E518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18543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382" name="Freeform: Shape 35">
              <a:extLst>
                <a:ext uri="{FF2B5EF4-FFF2-40B4-BE49-F238E27FC236}">
                  <a16:creationId xmlns:a16="http://schemas.microsoft.com/office/drawing/2014/main" id="{284CDA0C-B2AB-4791-83B1-C053C061D6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83" name="Freeform: Shape 36">
              <a:extLst>
                <a:ext uri="{FF2B5EF4-FFF2-40B4-BE49-F238E27FC236}">
                  <a16:creationId xmlns:a16="http://schemas.microsoft.com/office/drawing/2014/main" id="{F857BF6B-E0CA-49C0-8827-B44CE8B9285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84" name="Freeform: Shape 37">
              <a:extLst>
                <a:ext uri="{FF2B5EF4-FFF2-40B4-BE49-F238E27FC236}">
                  <a16:creationId xmlns:a16="http://schemas.microsoft.com/office/drawing/2014/main" id="{6D7B06A7-ADDF-4F27-B11F-08422FC180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85" name="Freeform: Shape 38">
              <a:extLst>
                <a:ext uri="{FF2B5EF4-FFF2-40B4-BE49-F238E27FC236}">
                  <a16:creationId xmlns:a16="http://schemas.microsoft.com/office/drawing/2014/main" id="{E8B0DA6C-71D7-4FCB-AE4C-035E0ADB50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86" name="Freeform: Shape 39">
              <a:extLst>
                <a:ext uri="{FF2B5EF4-FFF2-40B4-BE49-F238E27FC236}">
                  <a16:creationId xmlns:a16="http://schemas.microsoft.com/office/drawing/2014/main" id="{EB078173-ADFB-480D-91A4-4D71C01098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87" name="Freeform: Shape 40">
              <a:extLst>
                <a:ext uri="{FF2B5EF4-FFF2-40B4-BE49-F238E27FC236}">
                  <a16:creationId xmlns:a16="http://schemas.microsoft.com/office/drawing/2014/main" id="{AAA4027A-C97B-4C9A-B04C-EBE2112200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88" name="Freeform: Shape 41">
              <a:extLst>
                <a:ext uri="{FF2B5EF4-FFF2-40B4-BE49-F238E27FC236}">
                  <a16:creationId xmlns:a16="http://schemas.microsoft.com/office/drawing/2014/main" id="{C06DA92D-C6D0-4C7D-98CF-D9576912E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24467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389" name="Freeform: Shape 42">
              <a:extLst>
                <a:ext uri="{FF2B5EF4-FFF2-40B4-BE49-F238E27FC236}">
                  <a16:creationId xmlns:a16="http://schemas.microsoft.com/office/drawing/2014/main" id="{D6601653-3941-4C9B-BD39-62EECE23AE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244677"/>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0" name="Freeform: Shape 43">
              <a:extLst>
                <a:ext uri="{FF2B5EF4-FFF2-40B4-BE49-F238E27FC236}">
                  <a16:creationId xmlns:a16="http://schemas.microsoft.com/office/drawing/2014/main" id="{2BC4A394-4FFE-4BFE-9A59-2B624E0711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1" name="Freeform: Shape 44">
              <a:extLst>
                <a:ext uri="{FF2B5EF4-FFF2-40B4-BE49-F238E27FC236}">
                  <a16:creationId xmlns:a16="http://schemas.microsoft.com/office/drawing/2014/main" id="{EB4EABA5-FDCF-4F6F-8FF1-6FDFF50580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10F3C940-2320-488A-B24C-AB0A4FB53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2" name="Freeform: Shape 46">
              <a:extLst>
                <a:ext uri="{FF2B5EF4-FFF2-40B4-BE49-F238E27FC236}">
                  <a16:creationId xmlns:a16="http://schemas.microsoft.com/office/drawing/2014/main" id="{F525BA82-37D8-47ED-AFF6-AE57124A4E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24467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C2D78955-C80F-4DA3-83AA-D28A5A6FA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BC23DAAC-7C06-4012-8CBB-8E3126B68B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30382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60D19F80-DC80-49EC-8EDD-7889092C18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11F50BB3-EA39-4693-BAE1-1101EF0A41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00EFD45B-69A8-47F6-A5BF-779F7EB49F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9E53C464-7272-4EBC-830B-CB29A96988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B6BF10CE-C2AD-487A-9402-8D5C746ECF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30382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064C7FE-F8EB-47EF-97FA-348A520599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A991C553-06A1-4F26-BBBC-80F7E11E7A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363074"/>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CE9C081-2191-4C84-956E-F106BB015C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292F6F03-BC34-40C6-8F17-7A169CD72F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A5101B80-7351-4F0F-AB7D-3E40B4D266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570EE1D-95AC-4660-8E96-7C8A36FEB6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385D9A56-2D15-4E0A-B981-E168F09064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363074"/>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93" name="Freeform: Shape 61">
              <a:extLst>
                <a:ext uri="{FF2B5EF4-FFF2-40B4-BE49-F238E27FC236}">
                  <a16:creationId xmlns:a16="http://schemas.microsoft.com/office/drawing/2014/main" id="{28D0BA2F-9273-4EAA-AD17-C4EFE11403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4" name="Freeform: Shape 62">
              <a:extLst>
                <a:ext uri="{FF2B5EF4-FFF2-40B4-BE49-F238E27FC236}">
                  <a16:creationId xmlns:a16="http://schemas.microsoft.com/office/drawing/2014/main" id="{512CC54E-7976-4DC9-984C-45C2A23A72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4222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395" name="Freeform: Shape 63">
              <a:extLst>
                <a:ext uri="{FF2B5EF4-FFF2-40B4-BE49-F238E27FC236}">
                  <a16:creationId xmlns:a16="http://schemas.microsoft.com/office/drawing/2014/main" id="{C8A3FC72-9FF9-41F6-97E0-45A0FEE946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96" name="Freeform: Shape 64">
              <a:extLst>
                <a:ext uri="{FF2B5EF4-FFF2-40B4-BE49-F238E27FC236}">
                  <a16:creationId xmlns:a16="http://schemas.microsoft.com/office/drawing/2014/main" id="{48918C16-C9B6-40D5-93A0-DB547B644A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97" name="Freeform: Shape 65">
              <a:extLst>
                <a:ext uri="{FF2B5EF4-FFF2-40B4-BE49-F238E27FC236}">
                  <a16:creationId xmlns:a16="http://schemas.microsoft.com/office/drawing/2014/main" id="{A05612C6-4858-4854-A3D3-90CF1E1C75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98" name="Freeform: Shape 66">
              <a:extLst>
                <a:ext uri="{FF2B5EF4-FFF2-40B4-BE49-F238E27FC236}">
                  <a16:creationId xmlns:a16="http://schemas.microsoft.com/office/drawing/2014/main" id="{A8E88D77-C726-4008-849C-DA7361F885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99" name="Freeform: Shape 67">
              <a:extLst>
                <a:ext uri="{FF2B5EF4-FFF2-40B4-BE49-F238E27FC236}">
                  <a16:creationId xmlns:a16="http://schemas.microsoft.com/office/drawing/2014/main" id="{24CFE7CA-C955-4365-90C3-6272CB9A3C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4222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00" name="Freeform: Shape 68">
              <a:extLst>
                <a:ext uri="{FF2B5EF4-FFF2-40B4-BE49-F238E27FC236}">
                  <a16:creationId xmlns:a16="http://schemas.microsoft.com/office/drawing/2014/main" id="{38B43FC8-B81C-490A-A346-4C6235DA8A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01" name="Freeform: Shape 69">
              <a:extLst>
                <a:ext uri="{FF2B5EF4-FFF2-40B4-BE49-F238E27FC236}">
                  <a16:creationId xmlns:a16="http://schemas.microsoft.com/office/drawing/2014/main" id="{214D0221-0C97-4C71-B535-7506956EF8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02" name="Freeform: Shape 70">
              <a:extLst>
                <a:ext uri="{FF2B5EF4-FFF2-40B4-BE49-F238E27FC236}">
                  <a16:creationId xmlns:a16="http://schemas.microsoft.com/office/drawing/2014/main" id="{ED0C44EA-BD25-49A3-9EB8-9D8DED7C19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03" name="Freeform: Shape 71">
              <a:extLst>
                <a:ext uri="{FF2B5EF4-FFF2-40B4-BE49-F238E27FC236}">
                  <a16:creationId xmlns:a16="http://schemas.microsoft.com/office/drawing/2014/main" id="{A3C9CCF2-15CC-4F7D-87F5-7FFEBAC9C2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067039"/>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404" name="Freeform: Shape 72">
              <a:extLst>
                <a:ext uri="{FF2B5EF4-FFF2-40B4-BE49-F238E27FC236}">
                  <a16:creationId xmlns:a16="http://schemas.microsoft.com/office/drawing/2014/main" id="{8AA321D8-1D2C-472C-A2DB-EBB74498DD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724680C1-4BB5-45DB-A558-82514418CF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405" name="Freeform: Shape 74">
              <a:extLst>
                <a:ext uri="{FF2B5EF4-FFF2-40B4-BE49-F238E27FC236}">
                  <a16:creationId xmlns:a16="http://schemas.microsoft.com/office/drawing/2014/main" id="{C94F4CEF-82DD-4CFB-8EE3-4AB115F6A0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06" name="Freeform: Shape 75">
              <a:extLst>
                <a:ext uri="{FF2B5EF4-FFF2-40B4-BE49-F238E27FC236}">
                  <a16:creationId xmlns:a16="http://schemas.microsoft.com/office/drawing/2014/main" id="{4F186C9C-C620-4426-A674-E40F808F66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12628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8929942C-BA3F-40EF-94DD-4A5C22C5B7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7" name="Freeform: Shape 77">
              <a:extLst>
                <a:ext uri="{FF2B5EF4-FFF2-40B4-BE49-F238E27FC236}">
                  <a16:creationId xmlns:a16="http://schemas.microsoft.com/office/drawing/2014/main" id="{D234974B-3555-465B-95A7-1C63CE7386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12628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408" name="Freeform: Shape 78">
              <a:extLst>
                <a:ext uri="{FF2B5EF4-FFF2-40B4-BE49-F238E27FC236}">
                  <a16:creationId xmlns:a16="http://schemas.microsoft.com/office/drawing/2014/main" id="{0E38F9FD-48AC-4C3E-9E75-D1C0B555E0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9" name="Freeform: Shape 79">
              <a:extLst>
                <a:ext uri="{FF2B5EF4-FFF2-40B4-BE49-F238E27FC236}">
                  <a16:creationId xmlns:a16="http://schemas.microsoft.com/office/drawing/2014/main" id="{3AA72E26-5C3D-4231-9042-E00AE43E80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6684433D-3C9E-4C19-A801-D51CF3064F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12628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10" name="Freeform: Shape 81">
              <a:extLst>
                <a:ext uri="{FF2B5EF4-FFF2-40B4-BE49-F238E27FC236}">
                  <a16:creationId xmlns:a16="http://schemas.microsoft.com/office/drawing/2014/main" id="{DADB0C3D-A021-4F40-93B3-76B61334F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185433"/>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11" name="Freeform: Shape 82">
              <a:extLst>
                <a:ext uri="{FF2B5EF4-FFF2-40B4-BE49-F238E27FC236}">
                  <a16:creationId xmlns:a16="http://schemas.microsoft.com/office/drawing/2014/main" id="{41781C18-F408-401D-8A86-99FFBB9895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12" name="Freeform: Shape 83">
              <a:extLst>
                <a:ext uri="{FF2B5EF4-FFF2-40B4-BE49-F238E27FC236}">
                  <a16:creationId xmlns:a16="http://schemas.microsoft.com/office/drawing/2014/main" id="{9D958D9F-E4B0-48B1-ADA4-3053AFB5D9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185433"/>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413" name="Freeform: Shape 84">
              <a:extLst>
                <a:ext uri="{FF2B5EF4-FFF2-40B4-BE49-F238E27FC236}">
                  <a16:creationId xmlns:a16="http://schemas.microsoft.com/office/drawing/2014/main" id="{43EFCD46-F0FB-499C-81B9-3508FE5C8C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B6A130F-CB85-4BDA-8DDF-8DAAB2F7D0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9359DA40-CA94-4B1F-9BE6-C800BEEC77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18543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14" name="Freeform: Shape 87">
              <a:extLst>
                <a:ext uri="{FF2B5EF4-FFF2-40B4-BE49-F238E27FC236}">
                  <a16:creationId xmlns:a16="http://schemas.microsoft.com/office/drawing/2014/main" id="{73304FCD-8DAD-4BC8-A16E-84DDCA07FF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244676"/>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5" name="Freeform: Shape 88">
              <a:extLst>
                <a:ext uri="{FF2B5EF4-FFF2-40B4-BE49-F238E27FC236}">
                  <a16:creationId xmlns:a16="http://schemas.microsoft.com/office/drawing/2014/main" id="{BCB4864C-8F67-4BE7-89CC-664EA25EC5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6" name="Freeform: Shape 89">
              <a:extLst>
                <a:ext uri="{FF2B5EF4-FFF2-40B4-BE49-F238E27FC236}">
                  <a16:creationId xmlns:a16="http://schemas.microsoft.com/office/drawing/2014/main" id="{845F543D-67FC-4640-A2A1-69DA6D0528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244676"/>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417" name="Freeform: Shape 90">
              <a:extLst>
                <a:ext uri="{FF2B5EF4-FFF2-40B4-BE49-F238E27FC236}">
                  <a16:creationId xmlns:a16="http://schemas.microsoft.com/office/drawing/2014/main" id="{DBDB2A9C-60E5-4F7E-BA2B-4DD1595FB9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8" name="Freeform: Shape 91">
              <a:extLst>
                <a:ext uri="{FF2B5EF4-FFF2-40B4-BE49-F238E27FC236}">
                  <a16:creationId xmlns:a16="http://schemas.microsoft.com/office/drawing/2014/main" id="{72B10DA2-D88E-4952-BDB5-102E61B4B2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419" name="Freeform: Shape 92">
              <a:extLst>
                <a:ext uri="{FF2B5EF4-FFF2-40B4-BE49-F238E27FC236}">
                  <a16:creationId xmlns:a16="http://schemas.microsoft.com/office/drawing/2014/main" id="{AC5F5BED-3698-4F52-9977-D8CA2DC031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2446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20" name="Freeform: Shape 93">
              <a:extLst>
                <a:ext uri="{FF2B5EF4-FFF2-40B4-BE49-F238E27FC236}">
                  <a16:creationId xmlns:a16="http://schemas.microsoft.com/office/drawing/2014/main" id="{E19CCEBC-AD20-45B2-A751-42B40BB31C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21" name="Freeform: Shape 94">
              <a:extLst>
                <a:ext uri="{FF2B5EF4-FFF2-40B4-BE49-F238E27FC236}">
                  <a16:creationId xmlns:a16="http://schemas.microsoft.com/office/drawing/2014/main" id="{3A978AD9-9A35-4B89-B3BC-61E54AD9EB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22" name="Freeform: Shape 95">
              <a:extLst>
                <a:ext uri="{FF2B5EF4-FFF2-40B4-BE49-F238E27FC236}">
                  <a16:creationId xmlns:a16="http://schemas.microsoft.com/office/drawing/2014/main" id="{77D8C808-AFC9-42DD-B253-0048903791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30382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423" name="Freeform: Shape 96">
              <a:extLst>
                <a:ext uri="{FF2B5EF4-FFF2-40B4-BE49-F238E27FC236}">
                  <a16:creationId xmlns:a16="http://schemas.microsoft.com/office/drawing/2014/main" id="{EECD0BF1-7C64-407E-8306-4C447B1D32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24" name="Freeform: Shape 97">
              <a:extLst>
                <a:ext uri="{FF2B5EF4-FFF2-40B4-BE49-F238E27FC236}">
                  <a16:creationId xmlns:a16="http://schemas.microsoft.com/office/drawing/2014/main" id="{953B0F94-AC35-4CB2-878D-1DC7D68BE9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8EA50C2-BB5F-4368-AA91-67B207C1AB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DE45A7FE-0A45-45F6-8417-EBDA5A12D8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25" name="Freeform: Shape 100">
              <a:extLst>
                <a:ext uri="{FF2B5EF4-FFF2-40B4-BE49-F238E27FC236}">
                  <a16:creationId xmlns:a16="http://schemas.microsoft.com/office/drawing/2014/main" id="{DA8B8DC8-F88C-432E-A8C2-8D13FE874F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26" name="Freeform: Shape 101">
              <a:extLst>
                <a:ext uri="{FF2B5EF4-FFF2-40B4-BE49-F238E27FC236}">
                  <a16:creationId xmlns:a16="http://schemas.microsoft.com/office/drawing/2014/main" id="{D02C5430-233D-49F7-B852-181D2B2F61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363072"/>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427" name="Freeform: Shape 102">
              <a:extLst>
                <a:ext uri="{FF2B5EF4-FFF2-40B4-BE49-F238E27FC236}">
                  <a16:creationId xmlns:a16="http://schemas.microsoft.com/office/drawing/2014/main" id="{76DB286F-9E15-441C-8697-57007B76C1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28" name="Freeform: Shape 103">
              <a:extLst>
                <a:ext uri="{FF2B5EF4-FFF2-40B4-BE49-F238E27FC236}">
                  <a16:creationId xmlns:a16="http://schemas.microsoft.com/office/drawing/2014/main" id="{534DC0EE-15B7-44AE-A7DC-8B5E22688A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429" name="Freeform: Shape 104">
              <a:extLst>
                <a:ext uri="{FF2B5EF4-FFF2-40B4-BE49-F238E27FC236}">
                  <a16:creationId xmlns:a16="http://schemas.microsoft.com/office/drawing/2014/main" id="{4FBE9900-F640-4248-9C4C-EDBE5E00AF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363074"/>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30" name="Freeform: Shape 105">
              <a:extLst>
                <a:ext uri="{FF2B5EF4-FFF2-40B4-BE49-F238E27FC236}">
                  <a16:creationId xmlns:a16="http://schemas.microsoft.com/office/drawing/2014/main" id="{37FF04AF-F86B-49F8-AAB5-DA696591A1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31" name="Freeform: Shape 106">
              <a:extLst>
                <a:ext uri="{FF2B5EF4-FFF2-40B4-BE49-F238E27FC236}">
                  <a16:creationId xmlns:a16="http://schemas.microsoft.com/office/drawing/2014/main" id="{710DCFEA-4572-47A3-A6BE-7B21F5758C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32" name="Freeform: Shape 107">
              <a:extLst>
                <a:ext uri="{FF2B5EF4-FFF2-40B4-BE49-F238E27FC236}">
                  <a16:creationId xmlns:a16="http://schemas.microsoft.com/office/drawing/2014/main" id="{BA42ED8E-CCC8-478F-9EF4-625B633071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422225"/>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433" name="Freeform: Shape 108">
              <a:extLst>
                <a:ext uri="{FF2B5EF4-FFF2-40B4-BE49-F238E27FC236}">
                  <a16:creationId xmlns:a16="http://schemas.microsoft.com/office/drawing/2014/main" id="{146DF8F4-DF09-4E6C-887F-C9269E56A5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7FF3916E-5C82-4956-A88B-81BFAC91B8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434" name="Freeform: Shape 110">
              <a:extLst>
                <a:ext uri="{FF2B5EF4-FFF2-40B4-BE49-F238E27FC236}">
                  <a16:creationId xmlns:a16="http://schemas.microsoft.com/office/drawing/2014/main" id="{7E5CF7AE-ED45-4AB5-9AEB-56FC964BFA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4222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35" name="Freeform: Shape 111">
              <a:extLst>
                <a:ext uri="{FF2B5EF4-FFF2-40B4-BE49-F238E27FC236}">
                  <a16:creationId xmlns:a16="http://schemas.microsoft.com/office/drawing/2014/main" id="{7CFB132C-BEB1-4897-B1A4-97422811F6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481374"/>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436" name="Freeform: Shape 112">
              <a:extLst>
                <a:ext uri="{FF2B5EF4-FFF2-40B4-BE49-F238E27FC236}">
                  <a16:creationId xmlns:a16="http://schemas.microsoft.com/office/drawing/2014/main" id="{4EE49F21-E336-41BC-8256-85A9AB597F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37" name="Freeform: Shape 113">
              <a:extLst>
                <a:ext uri="{FF2B5EF4-FFF2-40B4-BE49-F238E27FC236}">
                  <a16:creationId xmlns:a16="http://schemas.microsoft.com/office/drawing/2014/main" id="{C62510EE-BDCD-4393-9AD7-2D0C9A722D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38" name="Freeform: Shape 114">
              <a:extLst>
                <a:ext uri="{FF2B5EF4-FFF2-40B4-BE49-F238E27FC236}">
                  <a16:creationId xmlns:a16="http://schemas.microsoft.com/office/drawing/2014/main" id="{2420F94B-4F00-4C6C-97E3-BA5B5E6871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E712560A-A110-4132-85D5-21BBBFA8C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39" name="Freeform: Shape 116">
              <a:extLst>
                <a:ext uri="{FF2B5EF4-FFF2-40B4-BE49-F238E27FC236}">
                  <a16:creationId xmlns:a16="http://schemas.microsoft.com/office/drawing/2014/main" id="{D1E3102B-23D5-43AE-A67D-583AAA52BA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40" name="Freeform: Shape 117">
              <a:extLst>
                <a:ext uri="{FF2B5EF4-FFF2-40B4-BE49-F238E27FC236}">
                  <a16:creationId xmlns:a16="http://schemas.microsoft.com/office/drawing/2014/main" id="{9D5ABE4E-EB80-423C-BBCE-9C1B77D9B0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41" name="Freeform: Shape 118">
              <a:extLst>
                <a:ext uri="{FF2B5EF4-FFF2-40B4-BE49-F238E27FC236}">
                  <a16:creationId xmlns:a16="http://schemas.microsoft.com/office/drawing/2014/main" id="{BEB8CCC5-38F5-4892-A00B-14B645BBDF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54062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2" name="Freeform: Shape 119">
              <a:extLst>
                <a:ext uri="{FF2B5EF4-FFF2-40B4-BE49-F238E27FC236}">
                  <a16:creationId xmlns:a16="http://schemas.microsoft.com/office/drawing/2014/main" id="{8860175F-F7D5-4464-AD61-5B435528FE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443" name="Freeform: Shape 120">
              <a:extLst>
                <a:ext uri="{FF2B5EF4-FFF2-40B4-BE49-F238E27FC236}">
                  <a16:creationId xmlns:a16="http://schemas.microsoft.com/office/drawing/2014/main" id="{E28C20B0-98AA-4A5B-8CE1-236A3F6CAA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44" name="Freeform: Shape 121">
              <a:extLst>
                <a:ext uri="{FF2B5EF4-FFF2-40B4-BE49-F238E27FC236}">
                  <a16:creationId xmlns:a16="http://schemas.microsoft.com/office/drawing/2014/main" id="{8A56719F-13F0-4B75-8C04-DAACD8FD86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45" name="Freeform: Shape 122">
              <a:extLst>
                <a:ext uri="{FF2B5EF4-FFF2-40B4-BE49-F238E27FC236}">
                  <a16:creationId xmlns:a16="http://schemas.microsoft.com/office/drawing/2014/main" id="{B30555DA-285C-4859-83DE-B16FF6DB13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46" name="Freeform: Shape 123">
              <a:extLst>
                <a:ext uri="{FF2B5EF4-FFF2-40B4-BE49-F238E27FC236}">
                  <a16:creationId xmlns:a16="http://schemas.microsoft.com/office/drawing/2014/main" id="{67AF00E9-C8D6-41C4-9703-5468F51639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447" name="Freeform: Shape 124">
              <a:extLst>
                <a:ext uri="{FF2B5EF4-FFF2-40B4-BE49-F238E27FC236}">
                  <a16:creationId xmlns:a16="http://schemas.microsoft.com/office/drawing/2014/main" id="{D07F88BD-A2E8-4F25-BB43-9372C6C9F3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48" name="Freeform: Shape 125">
              <a:extLst>
                <a:ext uri="{FF2B5EF4-FFF2-40B4-BE49-F238E27FC236}">
                  <a16:creationId xmlns:a16="http://schemas.microsoft.com/office/drawing/2014/main" id="{DFAE35DA-8283-4F4B-8C00-FF8EFE39B3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59977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9" name="Freeform: Shape 126">
              <a:extLst>
                <a:ext uri="{FF2B5EF4-FFF2-40B4-BE49-F238E27FC236}">
                  <a16:creationId xmlns:a16="http://schemas.microsoft.com/office/drawing/2014/main" id="{4340DEBE-A255-48E2-B7B2-AE881651CE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59977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50" name="Freeform: Shape 127">
              <a:extLst>
                <a:ext uri="{FF2B5EF4-FFF2-40B4-BE49-F238E27FC236}">
                  <a16:creationId xmlns:a16="http://schemas.microsoft.com/office/drawing/2014/main" id="{FE968FB9-507A-4F2E-B346-15995081B1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51" name="Freeform: Shape 128">
              <a:extLst>
                <a:ext uri="{FF2B5EF4-FFF2-40B4-BE49-F238E27FC236}">
                  <a16:creationId xmlns:a16="http://schemas.microsoft.com/office/drawing/2014/main" id="{4DA99BD8-9C2B-46BF-AA27-ED405540D1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52" name="Freeform: Shape 129">
              <a:extLst>
                <a:ext uri="{FF2B5EF4-FFF2-40B4-BE49-F238E27FC236}">
                  <a16:creationId xmlns:a16="http://schemas.microsoft.com/office/drawing/2014/main" id="{50C84F67-D2C2-48DF-8537-DF99C60240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F5CAEB9A-26A6-4FBF-916B-19FC9B0BFC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599770"/>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E4DEDE1B-4819-4E4B-849E-330D7DF56C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C441B73E-F19C-4313-8F46-F600603B36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7" y="365901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014FE805-EF51-4859-A6DF-CF75F9A0F5D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2" y="3659014"/>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624CF2A5-BD9E-4570-8560-063BC70F26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2"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6BEC415C-7946-43B2-9AC8-348B6B5CD0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1B615AD5-3365-43D4-8E16-377A2A2F97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9D184DFD-DD33-491E-90FF-6E4ECA2668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659014"/>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31B62FE1-0262-4B09-ABEA-8AA010137D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20C539C6-FAA9-4EBE-93D9-1F946E1449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9" y="371816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8C6EF3FF-09E5-4099-A49B-CA364A6E83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4" y="371816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B3C5E06F-8F1E-4771-AAE4-B34B1D6A3D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4"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538D5AE9-76CC-4AE4-B026-656EDCB01B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30F1A9B9-52AB-4527-BD4A-1802F7C960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46A57D78-C020-4EEF-971D-0C8802889A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71816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7666D7A3-5ABF-4EDE-A0C5-F2099B2D86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5"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3BC460A-E0FF-4658-A2FD-A3AF4D51DF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40" y="377741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26467CC2-3AB3-4D37-8323-385B7399F7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5"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563A1F58-33CE-4EDF-B902-3F43F69DA2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6"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DDCFAB2F-7E88-4A57-999A-2506A1FE71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83"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571BEB66-3787-441F-BB54-80C05C6F13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35"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641DC095-611E-4979-8664-6C0EB878FC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82"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210B9ECF-D859-4919-A9D6-3208548F00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31"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4FBC31D4-7E98-452C-8A87-822DE0432C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481374"/>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E302346C-F328-435B-87ED-447C6F8542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B94F507E-9E94-432E-AE8A-A6CB2C5D05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481374"/>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1FFAC4F0-FD7F-4943-B60E-E276F8B23F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A8A5D871-92FD-43C3-BF94-0B524FA7D3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6A79A241-1665-453E-ADD4-18892D4F85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48137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81EABE18-4189-4E07-93C9-9B76673E3E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54062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B658A0EE-6F09-4EF7-B5E7-F23A556BDA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54062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15EB019C-C95B-4DE3-BD17-DC20F8007A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5406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2948B3ED-79C1-47C8-B712-0BFB5536C3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54062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13387DB9-900B-422D-90F7-C5C7EB5D59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5406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48FDCCF3-E6D6-4CD0-9D47-02FE785C7A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540631"/>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BC14E8F6-33F6-47CE-9A24-EA71D71496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5997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F78CC38F-63FC-4552-B17B-8D79D3C8F8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89042823-A002-49CE-B03D-ED1291DC13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5997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96EFC6CE-198B-489B-B1EE-72CE842628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9FEA23D-54D9-45D7-9325-1E2F638C9C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5997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DB04EE3-370F-49CE-BCFE-C2999C3CF2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59978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8BCBCC34-797D-41A8-8AD1-7E03E1BBFF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65902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AFF5C1F8-0EDE-4835-89E6-1FCB2EA395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6171D504-6300-457C-AFCC-064DBB3FC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6590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62ACE739-C8C4-4495-B04C-C3AFC44811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3F4771CD-CDCA-4FFE-8EF5-E42D1781E7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A10C0BFE-A8F9-4E21-9DFD-37A4D26C62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4D8D4EF9-4EF7-4538-A4AE-439F9335EA9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71817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7E0500AB-5662-43B9-95C2-2EC80CC54F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84021AD-A6A2-4CDA-A953-72FBA7598B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71817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FD1FBF47-CAC8-4385-9DC7-C9BB6167EA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FBAEE482-005F-4288-8D66-09EA246C45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71817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2C5DCF49-33DE-4AFF-818E-42F59F2804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71817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866903F3-208B-46D5-925B-254DC74291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2" y="377741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2550D219-E342-4A38-BB89-575C1EE7A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2" y="377741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5B5485FC-95D0-4660-9594-2C9BD3B776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8" y="3777419"/>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2EA358DA-C7E8-4DF8-B7D6-CC58295655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4" y="3777383"/>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7990E8BB-4369-4845-8436-A6F3FE1D11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7" y="37774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D6C050C5-1951-434B-A7FE-D271E73F8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grpSp>
      <p:grpSp>
        <p:nvGrpSpPr>
          <p:cNvPr id="191" name="Graphic 4">
            <a:extLst>
              <a:ext uri="{FF2B5EF4-FFF2-40B4-BE49-F238E27FC236}">
                <a16:creationId xmlns:a16="http://schemas.microsoft.com/office/drawing/2014/main" id="{773717CC-ECEE-4ABF-BA61-C59F4680177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680915" y="4748271"/>
            <a:ext cx="1330536" cy="1330521"/>
            <a:chOff x="5734037" y="3067039"/>
            <a:chExt cx="724483" cy="724489"/>
          </a:xfrm>
          <a:solidFill>
            <a:schemeClr val="tx1">
              <a:alpha val="60000"/>
            </a:schemeClr>
          </a:solidFill>
        </p:grpSpPr>
        <p:sp>
          <p:nvSpPr>
            <p:cNvPr id="192" name="Freeform: Shape 191">
              <a:extLst>
                <a:ext uri="{FF2B5EF4-FFF2-40B4-BE49-F238E27FC236}">
                  <a16:creationId xmlns:a16="http://schemas.microsoft.com/office/drawing/2014/main" id="{9A4FAE41-62DF-4B8E-BD66-8EC206E0E3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067039"/>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564C7F1F-5546-40DC-A16B-C9A3E45777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45583216-FC24-4B75-9703-DBEC401FF8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2FD0A70D-2E7E-4048-8145-0F45EDBBCE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B703C78E-D176-4455-B7B5-2DB4F418DB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AD23B98E-D1FB-4BD9-BA4A-060BC8266E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98" name="Freeform: Shape 197">
              <a:extLst>
                <a:ext uri="{FF2B5EF4-FFF2-40B4-BE49-F238E27FC236}">
                  <a16:creationId xmlns:a16="http://schemas.microsoft.com/office/drawing/2014/main" id="{C1541992-EEDB-4D6B-BDA9-B66E58A170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99" name="Freeform: Shape 198">
              <a:extLst>
                <a:ext uri="{FF2B5EF4-FFF2-40B4-BE49-F238E27FC236}">
                  <a16:creationId xmlns:a16="http://schemas.microsoft.com/office/drawing/2014/main" id="{08072B3B-B852-4186-ACFE-F614251324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12628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200" name="Freeform: Shape 199">
              <a:extLst>
                <a:ext uri="{FF2B5EF4-FFF2-40B4-BE49-F238E27FC236}">
                  <a16:creationId xmlns:a16="http://schemas.microsoft.com/office/drawing/2014/main" id="{7B5DD2CA-BCBA-4F3E-B472-84006768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12628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01" name="Freeform: Shape 200">
              <a:extLst>
                <a:ext uri="{FF2B5EF4-FFF2-40B4-BE49-F238E27FC236}">
                  <a16:creationId xmlns:a16="http://schemas.microsoft.com/office/drawing/2014/main" id="{C7335DFE-05E4-4D45-B035-1D85E7648E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02" name="Freeform: Shape 201">
              <a:extLst>
                <a:ext uri="{FF2B5EF4-FFF2-40B4-BE49-F238E27FC236}">
                  <a16:creationId xmlns:a16="http://schemas.microsoft.com/office/drawing/2014/main" id="{ADCF9375-A092-491A-960D-A4DBB376C3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03" name="Freeform: Shape 202">
              <a:extLst>
                <a:ext uri="{FF2B5EF4-FFF2-40B4-BE49-F238E27FC236}">
                  <a16:creationId xmlns:a16="http://schemas.microsoft.com/office/drawing/2014/main" id="{95341599-7E99-490F-9AF8-07EAE5C8DB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04" name="Freeform: Shape 203">
              <a:extLst>
                <a:ext uri="{FF2B5EF4-FFF2-40B4-BE49-F238E27FC236}">
                  <a16:creationId xmlns:a16="http://schemas.microsoft.com/office/drawing/2014/main" id="{E1C55EB0-818A-46E6-8D53-5503100290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12628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05" name="Freeform: Shape 204">
              <a:extLst>
                <a:ext uri="{FF2B5EF4-FFF2-40B4-BE49-F238E27FC236}">
                  <a16:creationId xmlns:a16="http://schemas.microsoft.com/office/drawing/2014/main" id="{319B036C-5BD8-4F3B-8935-96D50F410D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06" name="Freeform: Shape 205">
              <a:extLst>
                <a:ext uri="{FF2B5EF4-FFF2-40B4-BE49-F238E27FC236}">
                  <a16:creationId xmlns:a16="http://schemas.microsoft.com/office/drawing/2014/main" id="{A8445880-106C-4DC8-A250-D132F0D6F3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18543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207" name="Freeform: Shape 206">
              <a:extLst>
                <a:ext uri="{FF2B5EF4-FFF2-40B4-BE49-F238E27FC236}">
                  <a16:creationId xmlns:a16="http://schemas.microsoft.com/office/drawing/2014/main" id="{952AA1DD-5DBE-43CD-9B85-63C7626929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208" name="Freeform: Shape 207">
              <a:extLst>
                <a:ext uri="{FF2B5EF4-FFF2-40B4-BE49-F238E27FC236}">
                  <a16:creationId xmlns:a16="http://schemas.microsoft.com/office/drawing/2014/main" id="{2A412466-ED73-4944-83CE-224B1769C2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09" name="Freeform: Shape 208">
              <a:extLst>
                <a:ext uri="{FF2B5EF4-FFF2-40B4-BE49-F238E27FC236}">
                  <a16:creationId xmlns:a16="http://schemas.microsoft.com/office/drawing/2014/main" id="{807E195A-10DB-494C-A547-E1D0C6F616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10" name="Freeform: Shape 209">
              <a:extLst>
                <a:ext uri="{FF2B5EF4-FFF2-40B4-BE49-F238E27FC236}">
                  <a16:creationId xmlns:a16="http://schemas.microsoft.com/office/drawing/2014/main" id="{4CD4AECE-734D-4B90-984F-B2ABFA2B6F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11" name="Freeform: Shape 210">
              <a:extLst>
                <a:ext uri="{FF2B5EF4-FFF2-40B4-BE49-F238E27FC236}">
                  <a16:creationId xmlns:a16="http://schemas.microsoft.com/office/drawing/2014/main" id="{2927072E-8001-4AD1-A4C4-2EDBA3BF87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212" name="Freeform: Shape 211">
              <a:extLst>
                <a:ext uri="{FF2B5EF4-FFF2-40B4-BE49-F238E27FC236}">
                  <a16:creationId xmlns:a16="http://schemas.microsoft.com/office/drawing/2014/main" id="{499D6F50-E593-46A3-81D8-73389276B2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13" name="Freeform: Shape 212">
              <a:extLst>
                <a:ext uri="{FF2B5EF4-FFF2-40B4-BE49-F238E27FC236}">
                  <a16:creationId xmlns:a16="http://schemas.microsoft.com/office/drawing/2014/main" id="{7A96E600-84B4-452B-AE40-295FC5807E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24467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214" name="Freeform: Shape 213">
              <a:extLst>
                <a:ext uri="{FF2B5EF4-FFF2-40B4-BE49-F238E27FC236}">
                  <a16:creationId xmlns:a16="http://schemas.microsoft.com/office/drawing/2014/main" id="{CBBA17AC-C1AB-4BFC-A051-457275D1D6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244677"/>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15" name="Freeform: Shape 214">
              <a:extLst>
                <a:ext uri="{FF2B5EF4-FFF2-40B4-BE49-F238E27FC236}">
                  <a16:creationId xmlns:a16="http://schemas.microsoft.com/office/drawing/2014/main" id="{488E850C-90D5-4D0F-A57D-7809327EF3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16" name="Freeform: Shape 215">
              <a:extLst>
                <a:ext uri="{FF2B5EF4-FFF2-40B4-BE49-F238E27FC236}">
                  <a16:creationId xmlns:a16="http://schemas.microsoft.com/office/drawing/2014/main" id="{9F98D808-AB13-4D8D-B4C5-9D32153462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17" name="Freeform: Shape 216">
              <a:extLst>
                <a:ext uri="{FF2B5EF4-FFF2-40B4-BE49-F238E27FC236}">
                  <a16:creationId xmlns:a16="http://schemas.microsoft.com/office/drawing/2014/main" id="{95AFFBC0-FF37-4117-86FA-21ABDA17AB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18" name="Freeform: Shape 217">
              <a:extLst>
                <a:ext uri="{FF2B5EF4-FFF2-40B4-BE49-F238E27FC236}">
                  <a16:creationId xmlns:a16="http://schemas.microsoft.com/office/drawing/2014/main" id="{ED0AC42A-17B0-4154-968C-CAE2A04C28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24467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19" name="Freeform: Shape 218">
              <a:extLst>
                <a:ext uri="{FF2B5EF4-FFF2-40B4-BE49-F238E27FC236}">
                  <a16:creationId xmlns:a16="http://schemas.microsoft.com/office/drawing/2014/main" id="{4A7A31A0-8490-4B9D-B9CC-7FF28053EB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20" name="Freeform: Shape 219">
              <a:extLst>
                <a:ext uri="{FF2B5EF4-FFF2-40B4-BE49-F238E27FC236}">
                  <a16:creationId xmlns:a16="http://schemas.microsoft.com/office/drawing/2014/main" id="{8188899C-6A74-43D8-B36C-F86B278C89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30382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221" name="Freeform: Shape 220">
              <a:extLst>
                <a:ext uri="{FF2B5EF4-FFF2-40B4-BE49-F238E27FC236}">
                  <a16:creationId xmlns:a16="http://schemas.microsoft.com/office/drawing/2014/main" id="{1537EAA6-95B6-4674-A7B9-40F9AB7F59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22" name="Freeform: Shape 221">
              <a:extLst>
                <a:ext uri="{FF2B5EF4-FFF2-40B4-BE49-F238E27FC236}">
                  <a16:creationId xmlns:a16="http://schemas.microsoft.com/office/drawing/2014/main" id="{F4B29507-C08F-4764-B703-0EB33A0FAC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23" name="Freeform: Shape 222">
              <a:extLst>
                <a:ext uri="{FF2B5EF4-FFF2-40B4-BE49-F238E27FC236}">
                  <a16:creationId xmlns:a16="http://schemas.microsoft.com/office/drawing/2014/main" id="{4200E500-6A99-47FC-A30F-FA4C85DA8C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24" name="Freeform: Shape 223">
              <a:extLst>
                <a:ext uri="{FF2B5EF4-FFF2-40B4-BE49-F238E27FC236}">
                  <a16:creationId xmlns:a16="http://schemas.microsoft.com/office/drawing/2014/main" id="{9558677C-76AD-451F-AEEE-C5FEE4179C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25" name="Freeform: Shape 224">
              <a:extLst>
                <a:ext uri="{FF2B5EF4-FFF2-40B4-BE49-F238E27FC236}">
                  <a16:creationId xmlns:a16="http://schemas.microsoft.com/office/drawing/2014/main" id="{79E472E5-A81A-44E7-AEBA-C3A593497B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30382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26" name="Freeform: Shape 225">
              <a:extLst>
                <a:ext uri="{FF2B5EF4-FFF2-40B4-BE49-F238E27FC236}">
                  <a16:creationId xmlns:a16="http://schemas.microsoft.com/office/drawing/2014/main" id="{5CD54F54-9E41-4635-A533-6CC6515E13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27" name="Freeform: Shape 226">
              <a:extLst>
                <a:ext uri="{FF2B5EF4-FFF2-40B4-BE49-F238E27FC236}">
                  <a16:creationId xmlns:a16="http://schemas.microsoft.com/office/drawing/2014/main" id="{B22D6F46-74C0-49D9-8CD8-BC125E973D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363074"/>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228" name="Freeform: Shape 227">
              <a:extLst>
                <a:ext uri="{FF2B5EF4-FFF2-40B4-BE49-F238E27FC236}">
                  <a16:creationId xmlns:a16="http://schemas.microsoft.com/office/drawing/2014/main" id="{C6FAA6EC-EDF6-4522-ACD8-8D4F7FF872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29" name="Freeform: Shape 228">
              <a:extLst>
                <a:ext uri="{FF2B5EF4-FFF2-40B4-BE49-F238E27FC236}">
                  <a16:creationId xmlns:a16="http://schemas.microsoft.com/office/drawing/2014/main" id="{5F8364DC-ED1A-482D-A418-7941B199CB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30" name="Freeform: Shape 229">
              <a:extLst>
                <a:ext uri="{FF2B5EF4-FFF2-40B4-BE49-F238E27FC236}">
                  <a16:creationId xmlns:a16="http://schemas.microsoft.com/office/drawing/2014/main" id="{1896D361-70A8-4528-940B-F306550F88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31" name="Freeform: Shape 230">
              <a:extLst>
                <a:ext uri="{FF2B5EF4-FFF2-40B4-BE49-F238E27FC236}">
                  <a16:creationId xmlns:a16="http://schemas.microsoft.com/office/drawing/2014/main" id="{4D1CB00A-0CE1-4E25-ADCE-9562845F54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32" name="Freeform: Shape 231">
              <a:extLst>
                <a:ext uri="{FF2B5EF4-FFF2-40B4-BE49-F238E27FC236}">
                  <a16:creationId xmlns:a16="http://schemas.microsoft.com/office/drawing/2014/main" id="{E1B6761E-B7C6-4218-B95F-F6DEC0066D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363074"/>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33" name="Freeform: Shape 232">
              <a:extLst>
                <a:ext uri="{FF2B5EF4-FFF2-40B4-BE49-F238E27FC236}">
                  <a16:creationId xmlns:a16="http://schemas.microsoft.com/office/drawing/2014/main" id="{CA081177-DAC3-4667-91A1-4CC885D4A1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34" name="Freeform: Shape 233">
              <a:extLst>
                <a:ext uri="{FF2B5EF4-FFF2-40B4-BE49-F238E27FC236}">
                  <a16:creationId xmlns:a16="http://schemas.microsoft.com/office/drawing/2014/main" id="{435007DC-BB8D-43BA-9598-AE79AA262E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4222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235" name="Freeform: Shape 234">
              <a:extLst>
                <a:ext uri="{FF2B5EF4-FFF2-40B4-BE49-F238E27FC236}">
                  <a16:creationId xmlns:a16="http://schemas.microsoft.com/office/drawing/2014/main" id="{46628B8A-02EC-44EF-B52C-5EBAFBCF9C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36" name="Freeform: Shape 235">
              <a:extLst>
                <a:ext uri="{FF2B5EF4-FFF2-40B4-BE49-F238E27FC236}">
                  <a16:creationId xmlns:a16="http://schemas.microsoft.com/office/drawing/2014/main" id="{2DACEC99-8F4C-495C-8EAA-670A3A02ED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37" name="Freeform: Shape 236">
              <a:extLst>
                <a:ext uri="{FF2B5EF4-FFF2-40B4-BE49-F238E27FC236}">
                  <a16:creationId xmlns:a16="http://schemas.microsoft.com/office/drawing/2014/main" id="{C8EFEAD4-1425-4357-9D8A-F326DABC6E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38" name="Freeform: Shape 237">
              <a:extLst>
                <a:ext uri="{FF2B5EF4-FFF2-40B4-BE49-F238E27FC236}">
                  <a16:creationId xmlns:a16="http://schemas.microsoft.com/office/drawing/2014/main" id="{FDA70E94-A082-47D4-B4F8-142AEF1DC3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39" name="Freeform: Shape 238">
              <a:extLst>
                <a:ext uri="{FF2B5EF4-FFF2-40B4-BE49-F238E27FC236}">
                  <a16:creationId xmlns:a16="http://schemas.microsoft.com/office/drawing/2014/main" id="{10E96E8A-1EEA-4F1D-8CFE-12DC9B9E7A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4222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40" name="Freeform: Shape 239">
              <a:extLst>
                <a:ext uri="{FF2B5EF4-FFF2-40B4-BE49-F238E27FC236}">
                  <a16:creationId xmlns:a16="http://schemas.microsoft.com/office/drawing/2014/main" id="{B12D7CC4-A548-4FF7-A6B2-9151CFA9E3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41" name="Freeform: Shape 240">
              <a:extLst>
                <a:ext uri="{FF2B5EF4-FFF2-40B4-BE49-F238E27FC236}">
                  <a16:creationId xmlns:a16="http://schemas.microsoft.com/office/drawing/2014/main" id="{CB3F1C68-B597-4669-87F8-C80124ABE0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42" name="Freeform: Shape 241">
              <a:extLst>
                <a:ext uri="{FF2B5EF4-FFF2-40B4-BE49-F238E27FC236}">
                  <a16:creationId xmlns:a16="http://schemas.microsoft.com/office/drawing/2014/main" id="{A57037D2-0958-4F34-815F-C8CA7F86AE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43" name="Freeform: Shape 242">
              <a:extLst>
                <a:ext uri="{FF2B5EF4-FFF2-40B4-BE49-F238E27FC236}">
                  <a16:creationId xmlns:a16="http://schemas.microsoft.com/office/drawing/2014/main" id="{30AF3969-3F11-4157-B4B9-33B1314623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067039"/>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244" name="Freeform: Shape 243">
              <a:extLst>
                <a:ext uri="{FF2B5EF4-FFF2-40B4-BE49-F238E27FC236}">
                  <a16:creationId xmlns:a16="http://schemas.microsoft.com/office/drawing/2014/main" id="{51D613E3-18F5-4426-ADEB-DEC123E16B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45" name="Freeform: Shape 244">
              <a:extLst>
                <a:ext uri="{FF2B5EF4-FFF2-40B4-BE49-F238E27FC236}">
                  <a16:creationId xmlns:a16="http://schemas.microsoft.com/office/drawing/2014/main" id="{1DC25548-A3A9-4018-A29B-6972D353F9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246" name="Freeform: Shape 245">
              <a:extLst>
                <a:ext uri="{FF2B5EF4-FFF2-40B4-BE49-F238E27FC236}">
                  <a16:creationId xmlns:a16="http://schemas.microsoft.com/office/drawing/2014/main" id="{7EDE6372-94D2-435D-BD43-A20072D807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247" name="Freeform: Shape 246">
              <a:extLst>
                <a:ext uri="{FF2B5EF4-FFF2-40B4-BE49-F238E27FC236}">
                  <a16:creationId xmlns:a16="http://schemas.microsoft.com/office/drawing/2014/main" id="{729575A6-77E2-4199-8F0A-27C89330A0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12628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48" name="Freeform: Shape 247">
              <a:extLst>
                <a:ext uri="{FF2B5EF4-FFF2-40B4-BE49-F238E27FC236}">
                  <a16:creationId xmlns:a16="http://schemas.microsoft.com/office/drawing/2014/main" id="{12EB506D-59AD-4011-80F8-36A2BDB954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49" name="Freeform: Shape 248">
              <a:extLst>
                <a:ext uri="{FF2B5EF4-FFF2-40B4-BE49-F238E27FC236}">
                  <a16:creationId xmlns:a16="http://schemas.microsoft.com/office/drawing/2014/main" id="{92FD46FA-14EB-46A2-B4A3-ECD1F49BAC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12628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250" name="Freeform: Shape 249">
              <a:extLst>
                <a:ext uri="{FF2B5EF4-FFF2-40B4-BE49-F238E27FC236}">
                  <a16:creationId xmlns:a16="http://schemas.microsoft.com/office/drawing/2014/main" id="{1CD84E07-49A9-40E3-B34C-91C156C9C6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51" name="Freeform: Shape 250">
              <a:extLst>
                <a:ext uri="{FF2B5EF4-FFF2-40B4-BE49-F238E27FC236}">
                  <a16:creationId xmlns:a16="http://schemas.microsoft.com/office/drawing/2014/main" id="{F3090306-C384-44A0-8C38-77397133BA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252" name="Freeform: Shape 251">
              <a:extLst>
                <a:ext uri="{FF2B5EF4-FFF2-40B4-BE49-F238E27FC236}">
                  <a16:creationId xmlns:a16="http://schemas.microsoft.com/office/drawing/2014/main" id="{3515E97E-31A4-4273-AB55-8EAD74CB9E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12628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53" name="Freeform: Shape 252">
              <a:extLst>
                <a:ext uri="{FF2B5EF4-FFF2-40B4-BE49-F238E27FC236}">
                  <a16:creationId xmlns:a16="http://schemas.microsoft.com/office/drawing/2014/main" id="{792F63CA-0494-43E2-A0AA-37C35C8326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185433"/>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54" name="Freeform: Shape 253">
              <a:extLst>
                <a:ext uri="{FF2B5EF4-FFF2-40B4-BE49-F238E27FC236}">
                  <a16:creationId xmlns:a16="http://schemas.microsoft.com/office/drawing/2014/main" id="{5389A040-E4CC-4CE7-8B9F-40ECA9ACE1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55" name="Freeform: Shape 254">
              <a:extLst>
                <a:ext uri="{FF2B5EF4-FFF2-40B4-BE49-F238E27FC236}">
                  <a16:creationId xmlns:a16="http://schemas.microsoft.com/office/drawing/2014/main" id="{1BA51B23-705C-49BE-B606-8A9B623E0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185433"/>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256" name="Freeform: Shape 255">
              <a:extLst>
                <a:ext uri="{FF2B5EF4-FFF2-40B4-BE49-F238E27FC236}">
                  <a16:creationId xmlns:a16="http://schemas.microsoft.com/office/drawing/2014/main" id="{B16EF17A-F451-4B5B-9052-33A9116E9D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57" name="Freeform: Shape 256">
              <a:extLst>
                <a:ext uri="{FF2B5EF4-FFF2-40B4-BE49-F238E27FC236}">
                  <a16:creationId xmlns:a16="http://schemas.microsoft.com/office/drawing/2014/main" id="{1B20B7D1-27D7-4E1A-A317-E9E7A105A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258" name="Freeform: Shape 257">
              <a:extLst>
                <a:ext uri="{FF2B5EF4-FFF2-40B4-BE49-F238E27FC236}">
                  <a16:creationId xmlns:a16="http://schemas.microsoft.com/office/drawing/2014/main" id="{1E3FADAF-FD1D-45B2-A40D-EBDD536E75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18543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259" name="Freeform: Shape 258">
              <a:extLst>
                <a:ext uri="{FF2B5EF4-FFF2-40B4-BE49-F238E27FC236}">
                  <a16:creationId xmlns:a16="http://schemas.microsoft.com/office/drawing/2014/main" id="{301257BA-BCE2-4479-A04F-A9DBFAF92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244676"/>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60" name="Freeform: Shape 259">
              <a:extLst>
                <a:ext uri="{FF2B5EF4-FFF2-40B4-BE49-F238E27FC236}">
                  <a16:creationId xmlns:a16="http://schemas.microsoft.com/office/drawing/2014/main" id="{619D0ABC-04D9-405A-A52F-5EEC01762A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61" name="Freeform: Shape 260">
              <a:extLst>
                <a:ext uri="{FF2B5EF4-FFF2-40B4-BE49-F238E27FC236}">
                  <a16:creationId xmlns:a16="http://schemas.microsoft.com/office/drawing/2014/main" id="{123AE5C7-608A-47A7-B7A1-55662B70BF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244676"/>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262" name="Freeform: Shape 261">
              <a:extLst>
                <a:ext uri="{FF2B5EF4-FFF2-40B4-BE49-F238E27FC236}">
                  <a16:creationId xmlns:a16="http://schemas.microsoft.com/office/drawing/2014/main" id="{957BDA1A-3081-45EB-A31E-3F98EC6DC3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63" name="Freeform: Shape 262">
              <a:extLst>
                <a:ext uri="{FF2B5EF4-FFF2-40B4-BE49-F238E27FC236}">
                  <a16:creationId xmlns:a16="http://schemas.microsoft.com/office/drawing/2014/main" id="{683DDA50-C794-4DC5-8297-CFDEB8DCB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264" name="Freeform: Shape 263">
              <a:extLst>
                <a:ext uri="{FF2B5EF4-FFF2-40B4-BE49-F238E27FC236}">
                  <a16:creationId xmlns:a16="http://schemas.microsoft.com/office/drawing/2014/main" id="{FA42024A-A832-4635-9CE6-B968232CE8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2446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65" name="Freeform: Shape 264">
              <a:extLst>
                <a:ext uri="{FF2B5EF4-FFF2-40B4-BE49-F238E27FC236}">
                  <a16:creationId xmlns:a16="http://schemas.microsoft.com/office/drawing/2014/main" id="{564D00AA-3E68-4F56-80A0-08D5DFFB61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66" name="Freeform: Shape 265">
              <a:extLst>
                <a:ext uri="{FF2B5EF4-FFF2-40B4-BE49-F238E27FC236}">
                  <a16:creationId xmlns:a16="http://schemas.microsoft.com/office/drawing/2014/main" id="{D988A711-E3E8-4172-AFE1-60E93FF10A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67" name="Freeform: Shape 266">
              <a:extLst>
                <a:ext uri="{FF2B5EF4-FFF2-40B4-BE49-F238E27FC236}">
                  <a16:creationId xmlns:a16="http://schemas.microsoft.com/office/drawing/2014/main" id="{7A89FF34-EE34-461C-A3EF-73AC3801B9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30382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268" name="Freeform: Shape 267">
              <a:extLst>
                <a:ext uri="{FF2B5EF4-FFF2-40B4-BE49-F238E27FC236}">
                  <a16:creationId xmlns:a16="http://schemas.microsoft.com/office/drawing/2014/main" id="{80D55E43-BE59-444D-B32B-9C0306A126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69" name="Freeform: Shape 268">
              <a:extLst>
                <a:ext uri="{FF2B5EF4-FFF2-40B4-BE49-F238E27FC236}">
                  <a16:creationId xmlns:a16="http://schemas.microsoft.com/office/drawing/2014/main" id="{639C823F-B16B-4DF7-BA6E-0D832AAB27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270" name="Freeform: Shape 269">
              <a:extLst>
                <a:ext uri="{FF2B5EF4-FFF2-40B4-BE49-F238E27FC236}">
                  <a16:creationId xmlns:a16="http://schemas.microsoft.com/office/drawing/2014/main" id="{2E623C08-172F-41EA-90CB-59ED0D583B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71" name="Freeform: Shape 270">
              <a:extLst>
                <a:ext uri="{FF2B5EF4-FFF2-40B4-BE49-F238E27FC236}">
                  <a16:creationId xmlns:a16="http://schemas.microsoft.com/office/drawing/2014/main" id="{94C0577F-0FF9-47D5-8C6D-FC7B4CC318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72" name="Freeform: Shape 271">
              <a:extLst>
                <a:ext uri="{FF2B5EF4-FFF2-40B4-BE49-F238E27FC236}">
                  <a16:creationId xmlns:a16="http://schemas.microsoft.com/office/drawing/2014/main" id="{30C80E9D-7909-4C52-ACAD-80FF874F99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73" name="Freeform: Shape 272">
              <a:extLst>
                <a:ext uri="{FF2B5EF4-FFF2-40B4-BE49-F238E27FC236}">
                  <a16:creationId xmlns:a16="http://schemas.microsoft.com/office/drawing/2014/main" id="{2B9598CE-4E74-4A54-BAB8-59379D2114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363072"/>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274" name="Freeform: Shape 273">
              <a:extLst>
                <a:ext uri="{FF2B5EF4-FFF2-40B4-BE49-F238E27FC236}">
                  <a16:creationId xmlns:a16="http://schemas.microsoft.com/office/drawing/2014/main" id="{E7188EAA-47E1-4B73-8682-C74A0421BE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75" name="Freeform: Shape 274">
              <a:extLst>
                <a:ext uri="{FF2B5EF4-FFF2-40B4-BE49-F238E27FC236}">
                  <a16:creationId xmlns:a16="http://schemas.microsoft.com/office/drawing/2014/main" id="{36900E8B-61F2-411F-B29F-A9CDC6E811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276" name="Freeform: Shape 275">
              <a:extLst>
                <a:ext uri="{FF2B5EF4-FFF2-40B4-BE49-F238E27FC236}">
                  <a16:creationId xmlns:a16="http://schemas.microsoft.com/office/drawing/2014/main" id="{0A25598A-334A-487D-9604-4753EAE81E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363074"/>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77" name="Freeform: Shape 276">
              <a:extLst>
                <a:ext uri="{FF2B5EF4-FFF2-40B4-BE49-F238E27FC236}">
                  <a16:creationId xmlns:a16="http://schemas.microsoft.com/office/drawing/2014/main" id="{C8DBE472-045A-491C-AB7C-4153EE2B00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78" name="Freeform: Shape 277">
              <a:extLst>
                <a:ext uri="{FF2B5EF4-FFF2-40B4-BE49-F238E27FC236}">
                  <a16:creationId xmlns:a16="http://schemas.microsoft.com/office/drawing/2014/main" id="{2F6DD374-5D5F-48BB-8135-8F37EE2C23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79" name="Freeform: Shape 278">
              <a:extLst>
                <a:ext uri="{FF2B5EF4-FFF2-40B4-BE49-F238E27FC236}">
                  <a16:creationId xmlns:a16="http://schemas.microsoft.com/office/drawing/2014/main" id="{386B8A5A-00D0-4291-937B-931B3F19CD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422225"/>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280" name="Freeform: Shape 279">
              <a:extLst>
                <a:ext uri="{FF2B5EF4-FFF2-40B4-BE49-F238E27FC236}">
                  <a16:creationId xmlns:a16="http://schemas.microsoft.com/office/drawing/2014/main" id="{89C10BFA-8067-495D-810E-1F4085F7B4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81" name="Freeform: Shape 280">
              <a:extLst>
                <a:ext uri="{FF2B5EF4-FFF2-40B4-BE49-F238E27FC236}">
                  <a16:creationId xmlns:a16="http://schemas.microsoft.com/office/drawing/2014/main" id="{51F94E69-8294-4AB3-A457-3BD4ACF085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282" name="Freeform: Shape 281">
              <a:extLst>
                <a:ext uri="{FF2B5EF4-FFF2-40B4-BE49-F238E27FC236}">
                  <a16:creationId xmlns:a16="http://schemas.microsoft.com/office/drawing/2014/main" id="{AD2859C5-45C5-4EE2-8272-0FA7A02353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4222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83" name="Freeform: Shape 282">
              <a:extLst>
                <a:ext uri="{FF2B5EF4-FFF2-40B4-BE49-F238E27FC236}">
                  <a16:creationId xmlns:a16="http://schemas.microsoft.com/office/drawing/2014/main" id="{14AFB321-1B9D-41AF-9686-8C689A3F4B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481374"/>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284" name="Freeform: Shape 283">
              <a:extLst>
                <a:ext uri="{FF2B5EF4-FFF2-40B4-BE49-F238E27FC236}">
                  <a16:creationId xmlns:a16="http://schemas.microsoft.com/office/drawing/2014/main" id="{5C4403F4-D893-4E4C-8DFE-E79AE6A62A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285" name="Freeform: Shape 284">
              <a:extLst>
                <a:ext uri="{FF2B5EF4-FFF2-40B4-BE49-F238E27FC236}">
                  <a16:creationId xmlns:a16="http://schemas.microsoft.com/office/drawing/2014/main" id="{BA894316-677B-4B51-AF19-0D3FAF96A7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86" name="Freeform: Shape 285">
              <a:extLst>
                <a:ext uri="{FF2B5EF4-FFF2-40B4-BE49-F238E27FC236}">
                  <a16:creationId xmlns:a16="http://schemas.microsoft.com/office/drawing/2014/main" id="{07FDE9AD-8F5A-44B0-AC7E-30148150D0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87" name="Freeform: Shape 286">
              <a:extLst>
                <a:ext uri="{FF2B5EF4-FFF2-40B4-BE49-F238E27FC236}">
                  <a16:creationId xmlns:a16="http://schemas.microsoft.com/office/drawing/2014/main" id="{A4D0E6BA-489D-4EA4-994E-225F7D078B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88" name="Freeform: Shape 287">
              <a:extLst>
                <a:ext uri="{FF2B5EF4-FFF2-40B4-BE49-F238E27FC236}">
                  <a16:creationId xmlns:a16="http://schemas.microsoft.com/office/drawing/2014/main" id="{7EDFBCCB-EC92-4860-BBDB-2EC6355FEE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289" name="Freeform: Shape 288">
              <a:extLst>
                <a:ext uri="{FF2B5EF4-FFF2-40B4-BE49-F238E27FC236}">
                  <a16:creationId xmlns:a16="http://schemas.microsoft.com/office/drawing/2014/main" id="{459DBA8E-2EB0-4C51-A161-2C595B89D4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90" name="Freeform: Shape 289">
              <a:extLst>
                <a:ext uri="{FF2B5EF4-FFF2-40B4-BE49-F238E27FC236}">
                  <a16:creationId xmlns:a16="http://schemas.microsoft.com/office/drawing/2014/main" id="{FB1BA285-9A95-49B7-A098-F38400D92B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54062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291" name="Freeform: Shape 290">
              <a:extLst>
                <a:ext uri="{FF2B5EF4-FFF2-40B4-BE49-F238E27FC236}">
                  <a16:creationId xmlns:a16="http://schemas.microsoft.com/office/drawing/2014/main" id="{D29C405E-90F5-4AB5-8B5F-3CA2F1815A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292" name="Freeform: Shape 291">
              <a:extLst>
                <a:ext uri="{FF2B5EF4-FFF2-40B4-BE49-F238E27FC236}">
                  <a16:creationId xmlns:a16="http://schemas.microsoft.com/office/drawing/2014/main" id="{F7214FFD-3321-412F-9CA5-4BC6E874F9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93" name="Freeform: Shape 292">
              <a:extLst>
                <a:ext uri="{FF2B5EF4-FFF2-40B4-BE49-F238E27FC236}">
                  <a16:creationId xmlns:a16="http://schemas.microsoft.com/office/drawing/2014/main" id="{5F16C3D8-64A1-443D-92A7-EA97518A63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94" name="Freeform: Shape 293">
              <a:extLst>
                <a:ext uri="{FF2B5EF4-FFF2-40B4-BE49-F238E27FC236}">
                  <a16:creationId xmlns:a16="http://schemas.microsoft.com/office/drawing/2014/main" id="{7E4EFAB9-436A-4B6B-A16B-8DA3F614A8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95" name="Freeform: Shape 294">
              <a:extLst>
                <a:ext uri="{FF2B5EF4-FFF2-40B4-BE49-F238E27FC236}">
                  <a16:creationId xmlns:a16="http://schemas.microsoft.com/office/drawing/2014/main" id="{037DDFC3-D7A5-443D-8417-D723296DA7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296" name="Freeform: Shape 295">
              <a:extLst>
                <a:ext uri="{FF2B5EF4-FFF2-40B4-BE49-F238E27FC236}">
                  <a16:creationId xmlns:a16="http://schemas.microsoft.com/office/drawing/2014/main" id="{253AC142-F4B4-47E8-BBEE-F7D0F8547F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97" name="Freeform: Shape 296">
              <a:extLst>
                <a:ext uri="{FF2B5EF4-FFF2-40B4-BE49-F238E27FC236}">
                  <a16:creationId xmlns:a16="http://schemas.microsoft.com/office/drawing/2014/main" id="{890AAA82-94E2-41D0-AE92-9C87195CCB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59977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298" name="Freeform: Shape 297">
              <a:extLst>
                <a:ext uri="{FF2B5EF4-FFF2-40B4-BE49-F238E27FC236}">
                  <a16:creationId xmlns:a16="http://schemas.microsoft.com/office/drawing/2014/main" id="{FD33B856-EF4E-40FC-BDA0-9E26203D03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59977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99" name="Freeform: Shape 298">
              <a:extLst>
                <a:ext uri="{FF2B5EF4-FFF2-40B4-BE49-F238E27FC236}">
                  <a16:creationId xmlns:a16="http://schemas.microsoft.com/office/drawing/2014/main" id="{24AEBF58-C8A2-4D00-9AFB-B5012AEA36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00" name="Freeform: Shape 299">
              <a:extLst>
                <a:ext uri="{FF2B5EF4-FFF2-40B4-BE49-F238E27FC236}">
                  <a16:creationId xmlns:a16="http://schemas.microsoft.com/office/drawing/2014/main" id="{21270E55-4211-4529-BDC3-29B80BDF50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01" name="Freeform: Shape 300">
              <a:extLst>
                <a:ext uri="{FF2B5EF4-FFF2-40B4-BE49-F238E27FC236}">
                  <a16:creationId xmlns:a16="http://schemas.microsoft.com/office/drawing/2014/main" id="{16DD7E91-EFBB-4DD7-B30F-4A13C20BED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02" name="Freeform: Shape 301">
              <a:extLst>
                <a:ext uri="{FF2B5EF4-FFF2-40B4-BE49-F238E27FC236}">
                  <a16:creationId xmlns:a16="http://schemas.microsoft.com/office/drawing/2014/main" id="{96260F31-66FB-4E2C-801E-701C2B859A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599770"/>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03" name="Freeform: Shape 302">
              <a:extLst>
                <a:ext uri="{FF2B5EF4-FFF2-40B4-BE49-F238E27FC236}">
                  <a16:creationId xmlns:a16="http://schemas.microsoft.com/office/drawing/2014/main" id="{B5FEE1C9-3961-4400-AD3E-B5AD93A474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04" name="Freeform: Shape 303">
              <a:extLst>
                <a:ext uri="{FF2B5EF4-FFF2-40B4-BE49-F238E27FC236}">
                  <a16:creationId xmlns:a16="http://schemas.microsoft.com/office/drawing/2014/main" id="{34E1BE05-269F-4A13-99FE-2A973A0E77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7" y="365901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305" name="Freeform: Shape 304">
              <a:extLst>
                <a:ext uri="{FF2B5EF4-FFF2-40B4-BE49-F238E27FC236}">
                  <a16:creationId xmlns:a16="http://schemas.microsoft.com/office/drawing/2014/main" id="{2D591FBD-65C6-46C4-AF19-875D652DCF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2" y="3659014"/>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06" name="Freeform: Shape 305">
              <a:extLst>
                <a:ext uri="{FF2B5EF4-FFF2-40B4-BE49-F238E27FC236}">
                  <a16:creationId xmlns:a16="http://schemas.microsoft.com/office/drawing/2014/main" id="{85F7E635-CB45-4346-BBFB-10FF0576AF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2"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07" name="Freeform: Shape 306">
              <a:extLst>
                <a:ext uri="{FF2B5EF4-FFF2-40B4-BE49-F238E27FC236}">
                  <a16:creationId xmlns:a16="http://schemas.microsoft.com/office/drawing/2014/main" id="{3BDAC885-F0B3-4D66-8587-4384652983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08" name="Freeform: Shape 307">
              <a:extLst>
                <a:ext uri="{FF2B5EF4-FFF2-40B4-BE49-F238E27FC236}">
                  <a16:creationId xmlns:a16="http://schemas.microsoft.com/office/drawing/2014/main" id="{3427A7E1-71C9-42CC-9CAF-53642DC4D0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09" name="Freeform: Shape 308">
              <a:extLst>
                <a:ext uri="{FF2B5EF4-FFF2-40B4-BE49-F238E27FC236}">
                  <a16:creationId xmlns:a16="http://schemas.microsoft.com/office/drawing/2014/main" id="{20BF60C4-2E5D-473E-96B6-D22BB8536F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659014"/>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10" name="Freeform: Shape 309">
              <a:extLst>
                <a:ext uri="{FF2B5EF4-FFF2-40B4-BE49-F238E27FC236}">
                  <a16:creationId xmlns:a16="http://schemas.microsoft.com/office/drawing/2014/main" id="{C4703732-1088-4448-ACC0-D8BD901B2C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11" name="Freeform: Shape 310">
              <a:extLst>
                <a:ext uri="{FF2B5EF4-FFF2-40B4-BE49-F238E27FC236}">
                  <a16:creationId xmlns:a16="http://schemas.microsoft.com/office/drawing/2014/main" id="{6777D706-23BF-4962-98D3-D5AE7DF4EC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9" y="371816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312" name="Freeform: Shape 311">
              <a:extLst>
                <a:ext uri="{FF2B5EF4-FFF2-40B4-BE49-F238E27FC236}">
                  <a16:creationId xmlns:a16="http://schemas.microsoft.com/office/drawing/2014/main" id="{783FF777-4C59-44D0-9441-2B40E0A70E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4" y="371816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13" name="Freeform: Shape 312">
              <a:extLst>
                <a:ext uri="{FF2B5EF4-FFF2-40B4-BE49-F238E27FC236}">
                  <a16:creationId xmlns:a16="http://schemas.microsoft.com/office/drawing/2014/main" id="{2037F33C-65F4-44B6-9CB2-D32D1552C6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4"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14" name="Freeform: Shape 313">
              <a:extLst>
                <a:ext uri="{FF2B5EF4-FFF2-40B4-BE49-F238E27FC236}">
                  <a16:creationId xmlns:a16="http://schemas.microsoft.com/office/drawing/2014/main" id="{E73BA403-F3FD-4D76-A516-5698375D64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15" name="Freeform: Shape 314">
              <a:extLst>
                <a:ext uri="{FF2B5EF4-FFF2-40B4-BE49-F238E27FC236}">
                  <a16:creationId xmlns:a16="http://schemas.microsoft.com/office/drawing/2014/main" id="{0AF0D29B-415A-4327-A4B4-B5DC8F0AC0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16" name="Freeform: Shape 315">
              <a:extLst>
                <a:ext uri="{FF2B5EF4-FFF2-40B4-BE49-F238E27FC236}">
                  <a16:creationId xmlns:a16="http://schemas.microsoft.com/office/drawing/2014/main" id="{374A9388-F55E-4F94-817D-5BFF0B59E7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71816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17" name="Freeform: Shape 316">
              <a:extLst>
                <a:ext uri="{FF2B5EF4-FFF2-40B4-BE49-F238E27FC236}">
                  <a16:creationId xmlns:a16="http://schemas.microsoft.com/office/drawing/2014/main" id="{30C52183-F223-4E0A-B713-C91589CEB8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5"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18" name="Freeform: Shape 317">
              <a:extLst>
                <a:ext uri="{FF2B5EF4-FFF2-40B4-BE49-F238E27FC236}">
                  <a16:creationId xmlns:a16="http://schemas.microsoft.com/office/drawing/2014/main" id="{A6BEE030-DC6B-4CB1-A01B-95CC825525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40" y="377741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319" name="Freeform: Shape 318">
              <a:extLst>
                <a:ext uri="{FF2B5EF4-FFF2-40B4-BE49-F238E27FC236}">
                  <a16:creationId xmlns:a16="http://schemas.microsoft.com/office/drawing/2014/main" id="{2D41CF67-37BB-443C-85CF-2A05174FD4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5"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320" name="Freeform: Shape 319">
              <a:extLst>
                <a:ext uri="{FF2B5EF4-FFF2-40B4-BE49-F238E27FC236}">
                  <a16:creationId xmlns:a16="http://schemas.microsoft.com/office/drawing/2014/main" id="{65A449CF-396F-45B8-B268-6824A4E89B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6"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21" name="Freeform: Shape 320">
              <a:extLst>
                <a:ext uri="{FF2B5EF4-FFF2-40B4-BE49-F238E27FC236}">
                  <a16:creationId xmlns:a16="http://schemas.microsoft.com/office/drawing/2014/main" id="{9C20A7EF-7013-4D6C-ADD8-868A931DF2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83"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22" name="Freeform: Shape 321">
              <a:extLst>
                <a:ext uri="{FF2B5EF4-FFF2-40B4-BE49-F238E27FC236}">
                  <a16:creationId xmlns:a16="http://schemas.microsoft.com/office/drawing/2014/main" id="{F787692C-3BA9-4D4D-82F8-E497797AAE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35"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23" name="Freeform: Shape 322">
              <a:extLst>
                <a:ext uri="{FF2B5EF4-FFF2-40B4-BE49-F238E27FC236}">
                  <a16:creationId xmlns:a16="http://schemas.microsoft.com/office/drawing/2014/main" id="{A6D539D6-A55E-40F5-83AC-A77340524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82"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324" name="Freeform: Shape 323">
              <a:extLst>
                <a:ext uri="{FF2B5EF4-FFF2-40B4-BE49-F238E27FC236}">
                  <a16:creationId xmlns:a16="http://schemas.microsoft.com/office/drawing/2014/main" id="{D4D7922F-CA55-4202-B99F-ED303E7044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31"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25" name="Freeform: Shape 324">
              <a:extLst>
                <a:ext uri="{FF2B5EF4-FFF2-40B4-BE49-F238E27FC236}">
                  <a16:creationId xmlns:a16="http://schemas.microsoft.com/office/drawing/2014/main" id="{4120C846-A602-4B6C-9C07-11D2B0F8A4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481374"/>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6" name="Freeform: Shape 325">
              <a:extLst>
                <a:ext uri="{FF2B5EF4-FFF2-40B4-BE49-F238E27FC236}">
                  <a16:creationId xmlns:a16="http://schemas.microsoft.com/office/drawing/2014/main" id="{84B5D527-4684-45F5-84CE-73642492DB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7" name="Freeform: Shape 326">
              <a:extLst>
                <a:ext uri="{FF2B5EF4-FFF2-40B4-BE49-F238E27FC236}">
                  <a16:creationId xmlns:a16="http://schemas.microsoft.com/office/drawing/2014/main" id="{FF31CF21-8169-4D45-A115-9CF8D37189D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481374"/>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328" name="Freeform: Shape 327">
              <a:extLst>
                <a:ext uri="{FF2B5EF4-FFF2-40B4-BE49-F238E27FC236}">
                  <a16:creationId xmlns:a16="http://schemas.microsoft.com/office/drawing/2014/main" id="{DA8762B9-9CD8-4676-93F5-6C9358A940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9" name="Freeform: Shape 328">
              <a:extLst>
                <a:ext uri="{FF2B5EF4-FFF2-40B4-BE49-F238E27FC236}">
                  <a16:creationId xmlns:a16="http://schemas.microsoft.com/office/drawing/2014/main" id="{A183E80A-70D1-4F52-A92D-D396648CCB7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330" name="Freeform: Shape 329">
              <a:extLst>
                <a:ext uri="{FF2B5EF4-FFF2-40B4-BE49-F238E27FC236}">
                  <a16:creationId xmlns:a16="http://schemas.microsoft.com/office/drawing/2014/main" id="{83FBB0F7-E17E-4890-9B66-3625BA1468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48137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31" name="Freeform: Shape 330">
              <a:extLst>
                <a:ext uri="{FF2B5EF4-FFF2-40B4-BE49-F238E27FC236}">
                  <a16:creationId xmlns:a16="http://schemas.microsoft.com/office/drawing/2014/main" id="{708E7BF1-2D4D-44AB-A5CC-0ED91B8462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54062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32" name="Freeform: Shape 331">
              <a:extLst>
                <a:ext uri="{FF2B5EF4-FFF2-40B4-BE49-F238E27FC236}">
                  <a16:creationId xmlns:a16="http://schemas.microsoft.com/office/drawing/2014/main" id="{4B468C4E-6F63-4172-AE1F-8965744DBC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54062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33" name="Freeform: Shape 332">
              <a:extLst>
                <a:ext uri="{FF2B5EF4-FFF2-40B4-BE49-F238E27FC236}">
                  <a16:creationId xmlns:a16="http://schemas.microsoft.com/office/drawing/2014/main" id="{974C7149-F567-4D55-8F48-511DCF3A81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5406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334" name="Freeform: Shape 333">
              <a:extLst>
                <a:ext uri="{FF2B5EF4-FFF2-40B4-BE49-F238E27FC236}">
                  <a16:creationId xmlns:a16="http://schemas.microsoft.com/office/drawing/2014/main" id="{54A551FA-7E10-4D28-9A10-B9A06C0780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54062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35" name="Freeform: Shape 334">
              <a:extLst>
                <a:ext uri="{FF2B5EF4-FFF2-40B4-BE49-F238E27FC236}">
                  <a16:creationId xmlns:a16="http://schemas.microsoft.com/office/drawing/2014/main" id="{1D04F3C0-CE2C-4B8D-A5BD-0E994FD8D9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5406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336" name="Freeform: Shape 335">
              <a:extLst>
                <a:ext uri="{FF2B5EF4-FFF2-40B4-BE49-F238E27FC236}">
                  <a16:creationId xmlns:a16="http://schemas.microsoft.com/office/drawing/2014/main" id="{D2EA9230-DD52-48A9-B268-56744EA506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540631"/>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337" name="Freeform: Shape 336">
              <a:extLst>
                <a:ext uri="{FF2B5EF4-FFF2-40B4-BE49-F238E27FC236}">
                  <a16:creationId xmlns:a16="http://schemas.microsoft.com/office/drawing/2014/main" id="{043A05F5-A8CF-4D01-AF12-95D1ECAE46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5997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38" name="Freeform: Shape 337">
              <a:extLst>
                <a:ext uri="{FF2B5EF4-FFF2-40B4-BE49-F238E27FC236}">
                  <a16:creationId xmlns:a16="http://schemas.microsoft.com/office/drawing/2014/main" id="{1F47C6BC-BD1A-4291-B018-05E5A72E4B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39" name="Freeform: Shape 338">
              <a:extLst>
                <a:ext uri="{FF2B5EF4-FFF2-40B4-BE49-F238E27FC236}">
                  <a16:creationId xmlns:a16="http://schemas.microsoft.com/office/drawing/2014/main" id="{E5B89844-FD17-4048-A3F5-35E390C6E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5997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340" name="Freeform: Shape 339">
              <a:extLst>
                <a:ext uri="{FF2B5EF4-FFF2-40B4-BE49-F238E27FC236}">
                  <a16:creationId xmlns:a16="http://schemas.microsoft.com/office/drawing/2014/main" id="{B5593F34-8B0E-4D34-9781-B594E2F5D7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41" name="Freeform: Shape 340">
              <a:extLst>
                <a:ext uri="{FF2B5EF4-FFF2-40B4-BE49-F238E27FC236}">
                  <a16:creationId xmlns:a16="http://schemas.microsoft.com/office/drawing/2014/main" id="{4428E4BB-2263-4D19-8254-C9B54B8565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5997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342" name="Freeform: Shape 341">
              <a:extLst>
                <a:ext uri="{FF2B5EF4-FFF2-40B4-BE49-F238E27FC236}">
                  <a16:creationId xmlns:a16="http://schemas.microsoft.com/office/drawing/2014/main" id="{2366216E-6EA2-4872-8370-C5EC22520F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59978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43" name="Freeform: Shape 342">
              <a:extLst>
                <a:ext uri="{FF2B5EF4-FFF2-40B4-BE49-F238E27FC236}">
                  <a16:creationId xmlns:a16="http://schemas.microsoft.com/office/drawing/2014/main" id="{D66F8E3F-BF33-4F99-A1F0-EB5885BF2C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65902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44" name="Freeform: Shape 343">
              <a:extLst>
                <a:ext uri="{FF2B5EF4-FFF2-40B4-BE49-F238E27FC236}">
                  <a16:creationId xmlns:a16="http://schemas.microsoft.com/office/drawing/2014/main" id="{EB506747-ED9D-43EA-BD67-DF7971849E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45" name="Freeform: Shape 344">
              <a:extLst>
                <a:ext uri="{FF2B5EF4-FFF2-40B4-BE49-F238E27FC236}">
                  <a16:creationId xmlns:a16="http://schemas.microsoft.com/office/drawing/2014/main" id="{AC803CE8-FFF7-40EA-AF62-102724C324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6590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346" name="Freeform: Shape 345">
              <a:extLst>
                <a:ext uri="{FF2B5EF4-FFF2-40B4-BE49-F238E27FC236}">
                  <a16:creationId xmlns:a16="http://schemas.microsoft.com/office/drawing/2014/main" id="{7EF6FFCA-06CC-4395-AEB0-425719A42D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47" name="Freeform: Shape 346">
              <a:extLst>
                <a:ext uri="{FF2B5EF4-FFF2-40B4-BE49-F238E27FC236}">
                  <a16:creationId xmlns:a16="http://schemas.microsoft.com/office/drawing/2014/main" id="{0D95F285-AAC0-4F32-8665-2677878BD3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348" name="Freeform: Shape 347">
              <a:extLst>
                <a:ext uri="{FF2B5EF4-FFF2-40B4-BE49-F238E27FC236}">
                  <a16:creationId xmlns:a16="http://schemas.microsoft.com/office/drawing/2014/main" id="{8DFCCA2E-BF12-4D26-A5A4-A03387546A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49" name="Freeform: Shape 348">
              <a:extLst>
                <a:ext uri="{FF2B5EF4-FFF2-40B4-BE49-F238E27FC236}">
                  <a16:creationId xmlns:a16="http://schemas.microsoft.com/office/drawing/2014/main" id="{2ABEAC60-6AC3-4D6A-95F9-2E79F6BE00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71817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50" name="Freeform: Shape 349">
              <a:extLst>
                <a:ext uri="{FF2B5EF4-FFF2-40B4-BE49-F238E27FC236}">
                  <a16:creationId xmlns:a16="http://schemas.microsoft.com/office/drawing/2014/main" id="{FA6015B7-49FE-4729-B2F4-585F0F305F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51" name="Freeform: Shape 350">
              <a:extLst>
                <a:ext uri="{FF2B5EF4-FFF2-40B4-BE49-F238E27FC236}">
                  <a16:creationId xmlns:a16="http://schemas.microsoft.com/office/drawing/2014/main" id="{D611DEB1-76FE-4625-9449-88E52D15F4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71817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352" name="Freeform: Shape 351">
              <a:extLst>
                <a:ext uri="{FF2B5EF4-FFF2-40B4-BE49-F238E27FC236}">
                  <a16:creationId xmlns:a16="http://schemas.microsoft.com/office/drawing/2014/main" id="{97F031C1-1AA7-4CA7-ADD3-E0577626E1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53" name="Freeform: Shape 352">
              <a:extLst>
                <a:ext uri="{FF2B5EF4-FFF2-40B4-BE49-F238E27FC236}">
                  <a16:creationId xmlns:a16="http://schemas.microsoft.com/office/drawing/2014/main" id="{96F5D0CB-22E6-4536-8403-F42527F31F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71817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354" name="Freeform: Shape 353">
              <a:extLst>
                <a:ext uri="{FF2B5EF4-FFF2-40B4-BE49-F238E27FC236}">
                  <a16:creationId xmlns:a16="http://schemas.microsoft.com/office/drawing/2014/main" id="{A32718AB-7401-4F66-9C77-E06C3CF7CD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71817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55" name="Freeform: Shape 354">
              <a:extLst>
                <a:ext uri="{FF2B5EF4-FFF2-40B4-BE49-F238E27FC236}">
                  <a16:creationId xmlns:a16="http://schemas.microsoft.com/office/drawing/2014/main" id="{85B6B5F1-D1E4-45A3-8117-348D02D2A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2" y="377741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56" name="Freeform: Shape 355">
              <a:extLst>
                <a:ext uri="{FF2B5EF4-FFF2-40B4-BE49-F238E27FC236}">
                  <a16:creationId xmlns:a16="http://schemas.microsoft.com/office/drawing/2014/main" id="{534869FD-184C-42DB-B9DA-293DB67E5E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2" y="377741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57" name="Freeform: Shape 356">
              <a:extLst>
                <a:ext uri="{FF2B5EF4-FFF2-40B4-BE49-F238E27FC236}">
                  <a16:creationId xmlns:a16="http://schemas.microsoft.com/office/drawing/2014/main" id="{A781504F-CAFD-4201-B288-8B4A809B43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8" y="3777419"/>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358" name="Freeform: Shape 357">
              <a:extLst>
                <a:ext uri="{FF2B5EF4-FFF2-40B4-BE49-F238E27FC236}">
                  <a16:creationId xmlns:a16="http://schemas.microsoft.com/office/drawing/2014/main" id="{D9FC8348-2BA6-4631-8AA7-D63CD898C5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4" y="3777383"/>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59" name="Freeform: Shape 358">
              <a:extLst>
                <a:ext uri="{FF2B5EF4-FFF2-40B4-BE49-F238E27FC236}">
                  <a16:creationId xmlns:a16="http://schemas.microsoft.com/office/drawing/2014/main" id="{C1AF95A2-64EA-45E2-A43B-1EBD569109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7" y="37774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360" name="Freeform: Shape 359">
              <a:extLst>
                <a:ext uri="{FF2B5EF4-FFF2-40B4-BE49-F238E27FC236}">
                  <a16:creationId xmlns:a16="http://schemas.microsoft.com/office/drawing/2014/main" id="{CFC80050-240D-434A-BFCB-DE4DA4FAFB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grpSp>
      <p:sp>
        <p:nvSpPr>
          <p:cNvPr id="453" name="Content Placeholder 2">
            <a:extLst>
              <a:ext uri="{FF2B5EF4-FFF2-40B4-BE49-F238E27FC236}">
                <a16:creationId xmlns:a16="http://schemas.microsoft.com/office/drawing/2014/main" id="{A0AA3CDA-2023-F7B9-2B2E-5371CE0880EE}"/>
              </a:ext>
            </a:extLst>
          </p:cNvPr>
          <p:cNvSpPr>
            <a:spLocks noGrp="1"/>
          </p:cNvSpPr>
          <p:nvPr>
            <p:ph idx="1"/>
          </p:nvPr>
        </p:nvSpPr>
        <p:spPr>
          <a:xfrm>
            <a:off x="6477270" y="1130846"/>
            <a:ext cx="4974771" cy="4351338"/>
          </a:xfrm>
        </p:spPr>
        <p:txBody>
          <a:bodyPr>
            <a:normAutofit fontScale="77500" lnSpcReduction="20000"/>
          </a:bodyPr>
          <a:lstStyle/>
          <a:p>
            <a:pPr marL="0" indent="0">
              <a:buNone/>
            </a:pPr>
            <a:r>
              <a:rPr lang="en-CA" dirty="0"/>
              <a:t>“The main problem we’re solving is predicting whether a person earns more than 50 thousand dollars per year, based on their demographic and work-related attributes from the Adult Census dataset. This is a binary classification task: the target label is either &lt;=50K or &gt;50K. This kind of model can be used in financial services, marketing, or policy-making to understand income patterns in a population.”</a:t>
            </a:r>
            <a:endParaRPr lang="en-US" dirty="0"/>
          </a:p>
        </p:txBody>
      </p:sp>
    </p:spTree>
    <p:extLst>
      <p:ext uri="{BB962C8B-B14F-4D97-AF65-F5344CB8AC3E}">
        <p14:creationId xmlns:p14="http://schemas.microsoft.com/office/powerpoint/2010/main" val="33798732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5" name="Rectangle 41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4E0A5C5C-2A95-428E-9F6A-0D29EBD57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1056F38F-7C4E-461D-8709-7D0024AE1F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416" name="Oval 415">
            <a:extLst>
              <a:ext uri="{FF2B5EF4-FFF2-40B4-BE49-F238E27FC236}">
                <a16:creationId xmlns:a16="http://schemas.microsoft.com/office/drawing/2014/main" id="{C7278469-3C3C-49CE-AEEE-E176A4900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9F3A81A-210C-3F12-250B-5632EFE0DA7D}"/>
              </a:ext>
            </a:extLst>
          </p:cNvPr>
          <p:cNvSpPr>
            <a:spLocks noGrp="1"/>
          </p:cNvSpPr>
          <p:nvPr>
            <p:ph type="title"/>
          </p:nvPr>
        </p:nvSpPr>
        <p:spPr>
          <a:xfrm>
            <a:off x="1102368" y="1877492"/>
            <a:ext cx="4030132" cy="3215373"/>
          </a:xfrm>
        </p:spPr>
        <p:txBody>
          <a:bodyPr>
            <a:normAutofit/>
          </a:bodyPr>
          <a:lstStyle/>
          <a:p>
            <a:pPr algn="ctr"/>
            <a:r>
              <a:rPr lang="en-CA" b="1" dirty="0"/>
              <a:t>Dataset Description</a:t>
            </a:r>
            <a:br>
              <a:rPr lang="en-CA" b="1" dirty="0"/>
            </a:br>
            <a:endParaRPr lang="en-US" b="1" dirty="0"/>
          </a:p>
        </p:txBody>
      </p:sp>
      <p:grpSp>
        <p:nvGrpSpPr>
          <p:cNvPr id="16" name="Group 15">
            <a:extLst>
              <a:ext uri="{FF2B5EF4-FFF2-40B4-BE49-F238E27FC236}">
                <a16:creationId xmlns:a16="http://schemas.microsoft.com/office/drawing/2014/main" id="{93DC754C-7E09-422D-A8BB-AF632E90DF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tx1"/>
          </a:solidFill>
        </p:grpSpPr>
        <p:sp>
          <p:nvSpPr>
            <p:cNvPr id="17" name="Freeform: Shape 16">
              <a:extLst>
                <a:ext uri="{FF2B5EF4-FFF2-40B4-BE49-F238E27FC236}">
                  <a16:creationId xmlns:a16="http://schemas.microsoft.com/office/drawing/2014/main" id="{C5A741B9-65EC-4C5B-9FE0-4A1857577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8" name="Freeform: Shape 17">
              <a:extLst>
                <a:ext uri="{FF2B5EF4-FFF2-40B4-BE49-F238E27FC236}">
                  <a16:creationId xmlns:a16="http://schemas.microsoft.com/office/drawing/2014/main" id="{C0BB4301-41FA-4453-956F-A11CC664B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dirty="0"/>
            </a:p>
          </p:txBody>
        </p:sp>
      </p:grpSp>
      <p:sp>
        <p:nvSpPr>
          <p:cNvPr id="417" name="Graphic 212">
            <a:extLst>
              <a:ext uri="{FF2B5EF4-FFF2-40B4-BE49-F238E27FC236}">
                <a16:creationId xmlns:a16="http://schemas.microsoft.com/office/drawing/2014/main" id="{4C6598AB-1C17-4D54-951C-A082D94AC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2" name="Graphic 212">
            <a:extLst>
              <a:ext uri="{FF2B5EF4-FFF2-40B4-BE49-F238E27FC236}">
                <a16:creationId xmlns:a16="http://schemas.microsoft.com/office/drawing/2014/main" id="{C83B66D7-137D-4AC1-B172-53D60F08B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418" name="Oval 417">
            <a:extLst>
              <a:ext uri="{FF2B5EF4-FFF2-40B4-BE49-F238E27FC236}">
                <a16:creationId xmlns:a16="http://schemas.microsoft.com/office/drawing/2014/main" id="{F6B92503-6984-4D15-8B98-8718709B7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19" name="Oval 418">
            <a:extLst>
              <a:ext uri="{FF2B5EF4-FFF2-40B4-BE49-F238E27FC236}">
                <a16:creationId xmlns:a16="http://schemas.microsoft.com/office/drawing/2014/main" id="{08DDF938-524E-4C18-A47D-C00627832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E52F776F-8DB6-7478-B8ED-02150BDA534E}"/>
              </a:ext>
            </a:extLst>
          </p:cNvPr>
          <p:cNvSpPr>
            <a:spLocks noGrp="1"/>
          </p:cNvSpPr>
          <p:nvPr>
            <p:ph idx="1"/>
          </p:nvPr>
        </p:nvSpPr>
        <p:spPr>
          <a:xfrm>
            <a:off x="6234868" y="1130846"/>
            <a:ext cx="5217173" cy="4351338"/>
          </a:xfrm>
        </p:spPr>
        <p:txBody>
          <a:bodyPr>
            <a:normAutofit/>
          </a:bodyPr>
          <a:lstStyle/>
          <a:p>
            <a:pPr>
              <a:lnSpc>
                <a:spcPct val="100000"/>
              </a:lnSpc>
            </a:pPr>
            <a:r>
              <a:rPr lang="en-CA" sz="1800"/>
              <a:t>“We use a subset of the Adult Census Income dataset with </a:t>
            </a:r>
            <a:r>
              <a:rPr lang="en-CA" sz="1800" b="1"/>
              <a:t>29,385 records and 15 columns</a:t>
            </a:r>
            <a:r>
              <a:rPr lang="en-CA" sz="1800"/>
              <a:t>. There are 14 input features and one target. Features include age, education, </a:t>
            </a:r>
            <a:r>
              <a:rPr lang="en-CA" sz="1800" err="1"/>
              <a:t>workclass</a:t>
            </a:r>
            <a:r>
              <a:rPr lang="en-CA" sz="1800"/>
              <a:t>, marital status, occupation, hours per week, capital gain and loss, and native country. The target is the income bracket.</a:t>
            </a:r>
            <a:br>
              <a:rPr lang="en-CA" sz="1800"/>
            </a:br>
            <a:r>
              <a:rPr lang="en-CA" sz="1800"/>
              <a:t>The dataset is </a:t>
            </a:r>
            <a:r>
              <a:rPr lang="en-CA" sz="1800" b="1"/>
              <a:t>imbalanced</a:t>
            </a:r>
            <a:r>
              <a:rPr lang="en-CA" sz="1800"/>
              <a:t>: about </a:t>
            </a:r>
            <a:r>
              <a:rPr lang="en-CA" sz="1800" b="1"/>
              <a:t>76%</a:t>
            </a:r>
            <a:r>
              <a:rPr lang="en-CA" sz="1800"/>
              <a:t> of people earn &lt;=50K and </a:t>
            </a:r>
            <a:r>
              <a:rPr lang="en-CA" sz="1800" b="1"/>
              <a:t>24%</a:t>
            </a:r>
            <a:r>
              <a:rPr lang="en-CA" sz="1800"/>
              <a:t> earn &gt;50K, which we show in this class distribution chart. We also looked at correlations between numeric features and saw that most correlations are fairly weak, except for some relationship between education level and capital gain.”</a:t>
            </a:r>
            <a:endParaRPr lang="en-US" sz="1800"/>
          </a:p>
        </p:txBody>
      </p:sp>
      <p:grpSp>
        <p:nvGrpSpPr>
          <p:cNvPr id="28" name="Graphic 185">
            <a:extLst>
              <a:ext uri="{FF2B5EF4-FFF2-40B4-BE49-F238E27FC236}">
                <a16:creationId xmlns:a16="http://schemas.microsoft.com/office/drawing/2014/main" id="{3773FAF5-C452-4455-9411-D6AF5EBD4C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581034" y="5750136"/>
            <a:ext cx="1054466" cy="469689"/>
            <a:chOff x="9841624" y="4115729"/>
            <a:chExt cx="602169" cy="268223"/>
          </a:xfrm>
          <a:solidFill>
            <a:schemeClr val="tx1"/>
          </a:solidFill>
        </p:grpSpPr>
        <p:sp>
          <p:nvSpPr>
            <p:cNvPr id="29" name="Freeform: Shape 28">
              <a:extLst>
                <a:ext uri="{FF2B5EF4-FFF2-40B4-BE49-F238E27FC236}">
                  <a16:creationId xmlns:a16="http://schemas.microsoft.com/office/drawing/2014/main" id="{1ECA0D96-F63C-4F7B-BE16-0F3FE76D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74F83A81-0546-400A-918A-90C9C48B81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741F692-A5B6-4215-86D9-B1FD4FF2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CC0876CB-9C60-4580-8FED-CD64EC766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A879B3B7-48DB-4D3A-BB33-02766EAD3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2717096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D55A19D-297C-4231-AD1F-08EF9B4AA8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BAB6C56-3D38-4923-996E-BD474BBB91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44600" y="662169"/>
            <a:ext cx="10289033" cy="5694181"/>
          </a:xfrm>
          <a:prstGeom prst="rect">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0CD21DB-082D-417D-A5AB-FC838AF9D9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44600" y="662169"/>
            <a:ext cx="10289033" cy="5694181"/>
          </a:xfrm>
          <a:prstGeom prst="rect">
            <a:avLst/>
          </a:pr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pie chart with a blue circle and a square&#10;&#10;AI-generated content may be incorrect.">
            <a:extLst>
              <a:ext uri="{FF2B5EF4-FFF2-40B4-BE49-F238E27FC236}">
                <a16:creationId xmlns:a16="http://schemas.microsoft.com/office/drawing/2014/main" id="{5ACE9388-D6D4-FC26-1FA1-F0C94AAEDB60}"/>
              </a:ext>
            </a:extLst>
          </p:cNvPr>
          <p:cNvPicPr>
            <a:picLocks noChangeAspect="1"/>
          </p:cNvPicPr>
          <p:nvPr/>
        </p:nvPicPr>
        <p:blipFill>
          <a:blip r:embed="rId2"/>
          <a:stretch>
            <a:fillRect/>
          </a:stretch>
        </p:blipFill>
        <p:spPr>
          <a:xfrm>
            <a:off x="1929542" y="1721995"/>
            <a:ext cx="8919148" cy="3414010"/>
          </a:xfrm>
          <a:prstGeom prst="rect">
            <a:avLst/>
          </a:prstGeom>
        </p:spPr>
      </p:pic>
      <p:sp>
        <p:nvSpPr>
          <p:cNvPr id="6" name="TextBox 5">
            <a:extLst>
              <a:ext uri="{FF2B5EF4-FFF2-40B4-BE49-F238E27FC236}">
                <a16:creationId xmlns:a16="http://schemas.microsoft.com/office/drawing/2014/main" id="{2C17E53A-A501-993C-2D9B-1D8BB75FABAF}"/>
              </a:ext>
            </a:extLst>
          </p:cNvPr>
          <p:cNvSpPr txBox="1"/>
          <p:nvPr/>
        </p:nvSpPr>
        <p:spPr>
          <a:xfrm>
            <a:off x="4966325" y="1035679"/>
            <a:ext cx="5981075" cy="369332"/>
          </a:xfrm>
          <a:prstGeom prst="rect">
            <a:avLst/>
          </a:prstGeom>
          <a:noFill/>
        </p:spPr>
        <p:txBody>
          <a:bodyPr wrap="square" rtlCol="0">
            <a:spAutoFit/>
          </a:bodyPr>
          <a:lstStyle/>
          <a:p>
            <a:r>
              <a:rPr lang="en-CA" b="1" dirty="0"/>
              <a:t>Income Class Distribution</a:t>
            </a:r>
            <a:endParaRPr lang="en-US" b="1" dirty="0"/>
          </a:p>
        </p:txBody>
      </p:sp>
    </p:spTree>
    <p:extLst>
      <p:ext uri="{BB962C8B-B14F-4D97-AF65-F5344CB8AC3E}">
        <p14:creationId xmlns:p14="http://schemas.microsoft.com/office/powerpoint/2010/main" val="35076718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D55A19D-297C-4231-AD1F-08EF9B4AA8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BAB6C56-3D38-4923-996E-BD474BBB91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44600" y="662169"/>
            <a:ext cx="10289033" cy="5694181"/>
          </a:xfrm>
          <a:prstGeom prst="rect">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0CD21DB-082D-417D-A5AB-FC838AF9D9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44600" y="662169"/>
            <a:ext cx="10289033" cy="5694181"/>
          </a:xfrm>
          <a:prstGeom prst="rect">
            <a:avLst/>
          </a:pr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57FB7EE8-ED4A-4D8B-68B9-065AB30528B1}"/>
              </a:ext>
            </a:extLst>
          </p:cNvPr>
          <p:cNvPicPr>
            <a:picLocks noChangeAspect="1"/>
          </p:cNvPicPr>
          <p:nvPr/>
        </p:nvPicPr>
        <p:blipFill>
          <a:blip r:embed="rId2"/>
          <a:srcRect r="-1" b="19642"/>
          <a:stretch>
            <a:fillRect/>
          </a:stretch>
        </p:blipFill>
        <p:spPr>
          <a:xfrm>
            <a:off x="838200" y="233807"/>
            <a:ext cx="10468866" cy="5888737"/>
          </a:xfrm>
          <a:prstGeom prst="rect">
            <a:avLst/>
          </a:prstGeom>
          <a:ln w="28575">
            <a:solidFill>
              <a:schemeClr val="tx1"/>
            </a:solidFill>
          </a:ln>
        </p:spPr>
      </p:pic>
    </p:spTree>
    <p:extLst>
      <p:ext uri="{BB962C8B-B14F-4D97-AF65-F5344CB8AC3E}">
        <p14:creationId xmlns:p14="http://schemas.microsoft.com/office/powerpoint/2010/main" val="10114796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4E0A5C5C-2A95-428E-9F6A-0D29EBD57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1056F38F-7C4E-461D-8709-7D0024AE1F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4" name="Oval 13">
            <a:extLst>
              <a:ext uri="{FF2B5EF4-FFF2-40B4-BE49-F238E27FC236}">
                <a16:creationId xmlns:a16="http://schemas.microsoft.com/office/drawing/2014/main" id="{C7278469-3C3C-49CE-AEEE-E176A4900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CF7072A-9F5B-F297-2887-A5C8F1A29310}"/>
              </a:ext>
            </a:extLst>
          </p:cNvPr>
          <p:cNvSpPr>
            <a:spLocks noGrp="1"/>
          </p:cNvSpPr>
          <p:nvPr>
            <p:ph type="title"/>
          </p:nvPr>
        </p:nvSpPr>
        <p:spPr>
          <a:xfrm>
            <a:off x="1102368" y="1877492"/>
            <a:ext cx="4030132" cy="3215373"/>
          </a:xfrm>
        </p:spPr>
        <p:txBody>
          <a:bodyPr>
            <a:normAutofit/>
          </a:bodyPr>
          <a:lstStyle/>
          <a:p>
            <a:pPr algn="ctr"/>
            <a:r>
              <a:rPr lang="en-CA" b="1" dirty="0"/>
              <a:t>Data Preprocessing</a:t>
            </a:r>
            <a:endParaRPr lang="en-US" b="1" dirty="0"/>
          </a:p>
        </p:txBody>
      </p:sp>
      <p:grpSp>
        <p:nvGrpSpPr>
          <p:cNvPr id="16" name="Group 15">
            <a:extLst>
              <a:ext uri="{FF2B5EF4-FFF2-40B4-BE49-F238E27FC236}">
                <a16:creationId xmlns:a16="http://schemas.microsoft.com/office/drawing/2014/main" id="{93DC754C-7E09-422D-A8BB-AF632E90DF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tx1"/>
          </a:solidFill>
        </p:grpSpPr>
        <p:sp>
          <p:nvSpPr>
            <p:cNvPr id="17" name="Freeform: Shape 16">
              <a:extLst>
                <a:ext uri="{FF2B5EF4-FFF2-40B4-BE49-F238E27FC236}">
                  <a16:creationId xmlns:a16="http://schemas.microsoft.com/office/drawing/2014/main" id="{C5A741B9-65EC-4C5B-9FE0-4A1857577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8" name="Freeform: Shape 17">
              <a:extLst>
                <a:ext uri="{FF2B5EF4-FFF2-40B4-BE49-F238E27FC236}">
                  <a16:creationId xmlns:a16="http://schemas.microsoft.com/office/drawing/2014/main" id="{C0BB4301-41FA-4453-956F-A11CC664B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dirty="0"/>
            </a:p>
          </p:txBody>
        </p:sp>
      </p:grpSp>
      <p:sp>
        <p:nvSpPr>
          <p:cNvPr id="20" name="Graphic 212">
            <a:extLst>
              <a:ext uri="{FF2B5EF4-FFF2-40B4-BE49-F238E27FC236}">
                <a16:creationId xmlns:a16="http://schemas.microsoft.com/office/drawing/2014/main" id="{4C6598AB-1C17-4D54-951C-A082D94AC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2" name="Graphic 212">
            <a:extLst>
              <a:ext uri="{FF2B5EF4-FFF2-40B4-BE49-F238E27FC236}">
                <a16:creationId xmlns:a16="http://schemas.microsoft.com/office/drawing/2014/main" id="{C83B66D7-137D-4AC1-B172-53D60F08B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4" name="Oval 23">
            <a:extLst>
              <a:ext uri="{FF2B5EF4-FFF2-40B4-BE49-F238E27FC236}">
                <a16:creationId xmlns:a16="http://schemas.microsoft.com/office/drawing/2014/main" id="{F6B92503-6984-4D15-8B98-8718709B7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08DDF938-524E-4C18-A47D-C00627832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C6DE9FA5-225B-6AC2-FE60-EB8242F795CC}"/>
              </a:ext>
            </a:extLst>
          </p:cNvPr>
          <p:cNvSpPr>
            <a:spLocks noGrp="1"/>
          </p:cNvSpPr>
          <p:nvPr>
            <p:ph idx="1"/>
          </p:nvPr>
        </p:nvSpPr>
        <p:spPr>
          <a:xfrm>
            <a:off x="6234868" y="1130845"/>
            <a:ext cx="5217173" cy="4664939"/>
          </a:xfrm>
        </p:spPr>
        <p:txBody>
          <a:bodyPr>
            <a:normAutofit fontScale="70000" lnSpcReduction="20000"/>
          </a:bodyPr>
          <a:lstStyle/>
          <a:p>
            <a:pPr marL="0" indent="0">
              <a:buNone/>
            </a:pPr>
            <a:r>
              <a:rPr lang="en-CA" dirty="0"/>
              <a:t>“Before modeling, we cleaned and standardized the data. Missing values were originally encoded as '?', particularly in </a:t>
            </a:r>
            <a:r>
              <a:rPr lang="en-CA" dirty="0" err="1"/>
              <a:t>workclass</a:t>
            </a:r>
            <a:r>
              <a:rPr lang="en-CA" dirty="0"/>
              <a:t>, occupation, and native-country. We replaced those with proper </a:t>
            </a:r>
            <a:r>
              <a:rPr lang="en-CA" dirty="0" err="1"/>
              <a:t>NaNs</a:t>
            </a:r>
            <a:r>
              <a:rPr lang="en-CA" dirty="0"/>
              <a:t> and handled them in a preprocessing pipeline.</a:t>
            </a:r>
            <a:br>
              <a:rPr lang="en-CA" dirty="0"/>
            </a:br>
            <a:r>
              <a:rPr lang="en-CA" dirty="0"/>
              <a:t>For numerical features we used </a:t>
            </a:r>
            <a:r>
              <a:rPr lang="en-CA" b="1" dirty="0"/>
              <a:t>median imputation</a:t>
            </a:r>
            <a:r>
              <a:rPr lang="en-CA" dirty="0"/>
              <a:t> followed by </a:t>
            </a:r>
            <a:r>
              <a:rPr lang="en-CA" b="1" dirty="0" err="1"/>
              <a:t>StandardScaler</a:t>
            </a:r>
            <a:r>
              <a:rPr lang="en-CA" dirty="0"/>
              <a:t>. For categorical features, we used </a:t>
            </a:r>
            <a:r>
              <a:rPr lang="en-CA" b="1" dirty="0"/>
              <a:t>most‑frequent imputation</a:t>
            </a:r>
            <a:r>
              <a:rPr lang="en-CA" dirty="0"/>
              <a:t> and </a:t>
            </a:r>
            <a:r>
              <a:rPr lang="en-CA" b="1" dirty="0" err="1"/>
              <a:t>OneHotEncoder</a:t>
            </a:r>
            <a:r>
              <a:rPr lang="en-CA" dirty="0"/>
              <a:t> with </a:t>
            </a:r>
            <a:r>
              <a:rPr lang="en-CA" dirty="0" err="1"/>
              <a:t>handle_unknown</a:t>
            </a:r>
            <a:r>
              <a:rPr lang="en-CA" dirty="0"/>
              <a:t>='ignore'. All of this is wrapped in a </a:t>
            </a:r>
            <a:r>
              <a:rPr lang="en-CA" dirty="0" err="1"/>
              <a:t>ColumnTransformer</a:t>
            </a:r>
            <a:r>
              <a:rPr lang="en-CA" dirty="0"/>
              <a:t> so the same pipeline is shared across all models. Finally, we did a </a:t>
            </a:r>
            <a:r>
              <a:rPr lang="en-CA" b="1" dirty="0"/>
              <a:t>stratified 80/20 train‑test split</a:t>
            </a:r>
            <a:r>
              <a:rPr lang="en-CA" dirty="0"/>
              <a:t> to preserve the income class balance.”</a:t>
            </a:r>
            <a:endParaRPr lang="en-US" dirty="0"/>
          </a:p>
        </p:txBody>
      </p:sp>
      <p:grpSp>
        <p:nvGrpSpPr>
          <p:cNvPr id="28" name="Graphic 185">
            <a:extLst>
              <a:ext uri="{FF2B5EF4-FFF2-40B4-BE49-F238E27FC236}">
                <a16:creationId xmlns:a16="http://schemas.microsoft.com/office/drawing/2014/main" id="{3773FAF5-C452-4455-9411-D6AF5EBD4C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581034" y="5750136"/>
            <a:ext cx="1054466" cy="469689"/>
            <a:chOff x="9841624" y="4115729"/>
            <a:chExt cx="602169" cy="268223"/>
          </a:xfrm>
          <a:solidFill>
            <a:schemeClr val="tx1"/>
          </a:solidFill>
        </p:grpSpPr>
        <p:sp>
          <p:nvSpPr>
            <p:cNvPr id="29" name="Freeform: Shape 28">
              <a:extLst>
                <a:ext uri="{FF2B5EF4-FFF2-40B4-BE49-F238E27FC236}">
                  <a16:creationId xmlns:a16="http://schemas.microsoft.com/office/drawing/2014/main" id="{1ECA0D96-F63C-4F7B-BE16-0F3FE76D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74F83A81-0546-400A-918A-90C9C48B81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741F692-A5B6-4215-86D9-B1FD4FF2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CC0876CB-9C60-4580-8FED-CD64EC766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A879B3B7-48DB-4D3A-BB33-02766EAD3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8894430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graph of different colored bars&#10;&#10;AI-generated content may be incorrect.">
            <a:extLst>
              <a:ext uri="{FF2B5EF4-FFF2-40B4-BE49-F238E27FC236}">
                <a16:creationId xmlns:a16="http://schemas.microsoft.com/office/drawing/2014/main" id="{A28E0A89-F8DD-8005-E050-B5C5DA1A3CF3}"/>
              </a:ext>
            </a:extLst>
          </p:cNvPr>
          <p:cNvPicPr>
            <a:picLocks noChangeAspect="1"/>
          </p:cNvPicPr>
          <p:nvPr/>
        </p:nvPicPr>
        <p:blipFill>
          <a:blip r:embed="rId2"/>
          <a:stretch>
            <a:fillRect/>
          </a:stretch>
        </p:blipFill>
        <p:spPr>
          <a:xfrm>
            <a:off x="1409074" y="847123"/>
            <a:ext cx="9938479" cy="5238884"/>
          </a:xfrm>
          <a:prstGeom prst="rect">
            <a:avLst/>
          </a:prstGeom>
        </p:spPr>
      </p:pic>
      <p:sp>
        <p:nvSpPr>
          <p:cNvPr id="6" name="TextBox 5">
            <a:extLst>
              <a:ext uri="{FF2B5EF4-FFF2-40B4-BE49-F238E27FC236}">
                <a16:creationId xmlns:a16="http://schemas.microsoft.com/office/drawing/2014/main" id="{11D57D2B-7186-2102-5C09-076CFEDAD789}"/>
              </a:ext>
            </a:extLst>
          </p:cNvPr>
          <p:cNvSpPr txBox="1"/>
          <p:nvPr/>
        </p:nvSpPr>
        <p:spPr>
          <a:xfrm>
            <a:off x="5112529" y="160519"/>
            <a:ext cx="6130977" cy="369332"/>
          </a:xfrm>
          <a:prstGeom prst="rect">
            <a:avLst/>
          </a:prstGeom>
          <a:noFill/>
        </p:spPr>
        <p:txBody>
          <a:bodyPr wrap="square" rtlCol="0">
            <a:spAutoFit/>
          </a:bodyPr>
          <a:lstStyle/>
          <a:p>
            <a:r>
              <a:rPr lang="en-US" b="1" dirty="0"/>
              <a:t>Age Distribution</a:t>
            </a:r>
          </a:p>
        </p:txBody>
      </p:sp>
    </p:spTree>
    <p:extLst>
      <p:ext uri="{BB962C8B-B14F-4D97-AF65-F5344CB8AC3E}">
        <p14:creationId xmlns:p14="http://schemas.microsoft.com/office/powerpoint/2010/main" val="28934788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graph showing a graph of income&#10;&#10;AI-generated content may be incorrect.">
            <a:extLst>
              <a:ext uri="{FF2B5EF4-FFF2-40B4-BE49-F238E27FC236}">
                <a16:creationId xmlns:a16="http://schemas.microsoft.com/office/drawing/2014/main" id="{125E2B68-BB54-C726-1522-1437EA06676E}"/>
              </a:ext>
            </a:extLst>
          </p:cNvPr>
          <p:cNvPicPr>
            <a:picLocks noChangeAspect="1"/>
          </p:cNvPicPr>
          <p:nvPr/>
        </p:nvPicPr>
        <p:blipFill>
          <a:blip r:embed="rId2"/>
          <a:stretch>
            <a:fillRect/>
          </a:stretch>
        </p:blipFill>
        <p:spPr>
          <a:xfrm>
            <a:off x="1244599" y="662169"/>
            <a:ext cx="10289033" cy="5694181"/>
          </a:xfrm>
          <a:prstGeom prst="rect">
            <a:avLst/>
          </a:prstGeom>
        </p:spPr>
      </p:pic>
    </p:spTree>
    <p:extLst>
      <p:ext uri="{BB962C8B-B14F-4D97-AF65-F5344CB8AC3E}">
        <p14:creationId xmlns:p14="http://schemas.microsoft.com/office/powerpoint/2010/main" val="34571244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Oval 42">
            <a:extLst>
              <a:ext uri="{FF2B5EF4-FFF2-40B4-BE49-F238E27FC236}">
                <a16:creationId xmlns:a16="http://schemas.microsoft.com/office/drawing/2014/main" id="{4E0A5C5C-2A95-428E-9F6A-0D29EBD57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1056F38F-7C4E-461D-8709-7D0024AE1F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44" name="Oval 43">
            <a:extLst>
              <a:ext uri="{FF2B5EF4-FFF2-40B4-BE49-F238E27FC236}">
                <a16:creationId xmlns:a16="http://schemas.microsoft.com/office/drawing/2014/main" id="{C7278469-3C3C-49CE-AEEE-E176A4900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BFF8B13-D6D0-BBE5-6DA9-5E91D7C05B5C}"/>
              </a:ext>
            </a:extLst>
          </p:cNvPr>
          <p:cNvSpPr>
            <a:spLocks noGrp="1"/>
          </p:cNvSpPr>
          <p:nvPr>
            <p:ph type="title"/>
          </p:nvPr>
        </p:nvSpPr>
        <p:spPr>
          <a:xfrm>
            <a:off x="1102368" y="1877492"/>
            <a:ext cx="4030132" cy="3215373"/>
          </a:xfrm>
        </p:spPr>
        <p:txBody>
          <a:bodyPr>
            <a:normAutofit/>
          </a:bodyPr>
          <a:lstStyle/>
          <a:p>
            <a:pPr algn="ctr"/>
            <a:r>
              <a:rPr lang="en-CA" b="1" dirty="0"/>
              <a:t>Our Approach</a:t>
            </a:r>
            <a:endParaRPr lang="en-US" b="1" dirty="0"/>
          </a:p>
        </p:txBody>
      </p:sp>
      <p:grpSp>
        <p:nvGrpSpPr>
          <p:cNvPr id="16" name="Group 15">
            <a:extLst>
              <a:ext uri="{FF2B5EF4-FFF2-40B4-BE49-F238E27FC236}">
                <a16:creationId xmlns:a16="http://schemas.microsoft.com/office/drawing/2014/main" id="{93DC754C-7E09-422D-A8BB-AF632E90DF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tx1"/>
          </a:solidFill>
        </p:grpSpPr>
        <p:sp>
          <p:nvSpPr>
            <p:cNvPr id="17" name="Freeform: Shape 16">
              <a:extLst>
                <a:ext uri="{FF2B5EF4-FFF2-40B4-BE49-F238E27FC236}">
                  <a16:creationId xmlns:a16="http://schemas.microsoft.com/office/drawing/2014/main" id="{C5A741B9-65EC-4C5B-9FE0-4A1857577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45" name="Freeform: Shape 17">
              <a:extLst>
                <a:ext uri="{FF2B5EF4-FFF2-40B4-BE49-F238E27FC236}">
                  <a16:creationId xmlns:a16="http://schemas.microsoft.com/office/drawing/2014/main" id="{C0BB4301-41FA-4453-956F-A11CC664B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dirty="0"/>
            </a:p>
          </p:txBody>
        </p:sp>
      </p:grpSp>
      <p:sp>
        <p:nvSpPr>
          <p:cNvPr id="20" name="Graphic 212">
            <a:extLst>
              <a:ext uri="{FF2B5EF4-FFF2-40B4-BE49-F238E27FC236}">
                <a16:creationId xmlns:a16="http://schemas.microsoft.com/office/drawing/2014/main" id="{4C6598AB-1C17-4D54-951C-A082D94AC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2" name="Graphic 212">
            <a:extLst>
              <a:ext uri="{FF2B5EF4-FFF2-40B4-BE49-F238E27FC236}">
                <a16:creationId xmlns:a16="http://schemas.microsoft.com/office/drawing/2014/main" id="{C83B66D7-137D-4AC1-B172-53D60F08B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4" name="Oval 23">
            <a:extLst>
              <a:ext uri="{FF2B5EF4-FFF2-40B4-BE49-F238E27FC236}">
                <a16:creationId xmlns:a16="http://schemas.microsoft.com/office/drawing/2014/main" id="{F6B92503-6984-4D15-8B98-8718709B7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08DDF938-524E-4C18-A47D-C00627832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A5D4C6A7-0FF9-F466-4E5C-8C835FCAAB49}"/>
              </a:ext>
            </a:extLst>
          </p:cNvPr>
          <p:cNvSpPr>
            <a:spLocks noGrp="1"/>
          </p:cNvSpPr>
          <p:nvPr>
            <p:ph idx="1"/>
          </p:nvPr>
        </p:nvSpPr>
        <p:spPr>
          <a:xfrm>
            <a:off x="6243529" y="873821"/>
            <a:ext cx="5217173" cy="5088979"/>
          </a:xfrm>
        </p:spPr>
        <p:txBody>
          <a:bodyPr>
            <a:normAutofit fontScale="77500" lnSpcReduction="20000"/>
          </a:bodyPr>
          <a:lstStyle/>
          <a:p>
            <a:pPr marL="0" indent="0">
              <a:buNone/>
            </a:pPr>
            <a:r>
              <a:rPr lang="en-CA" b="1" dirty="0"/>
              <a:t>4 Models, 1 Dataset, Best Wins</a:t>
            </a:r>
            <a:endParaRPr lang="en-CA" dirty="0"/>
          </a:p>
          <a:p>
            <a:r>
              <a:rPr lang="en-CA" dirty="0"/>
              <a:t>Logistic Regression — baseline linear model, interpretable, fast</a:t>
            </a:r>
          </a:p>
          <a:p>
            <a:r>
              <a:rPr lang="en-CA" dirty="0"/>
              <a:t>Random Forest — ensemble method, handles mixed data, reduces overfitting</a:t>
            </a:r>
          </a:p>
          <a:p>
            <a:r>
              <a:rPr lang="en-CA" dirty="0"/>
              <a:t>KNN — distance-based, non-parametric comparison</a:t>
            </a:r>
          </a:p>
          <a:p>
            <a:r>
              <a:rPr lang="en-CA" dirty="0"/>
              <a:t>Decision Tree — interpretable rule-based model, fast prediction, rule-based</a:t>
            </a:r>
          </a:p>
          <a:p>
            <a:pPr marL="0" indent="0">
              <a:buNone/>
            </a:pPr>
            <a:r>
              <a:rPr lang="en-CA" dirty="0"/>
              <a:t>Each model uses the exact same preprocessing pipeline to ensure a fair comparison.”</a:t>
            </a:r>
          </a:p>
          <a:p>
            <a:endParaRPr lang="en-US" dirty="0"/>
          </a:p>
        </p:txBody>
      </p:sp>
      <p:grpSp>
        <p:nvGrpSpPr>
          <p:cNvPr id="28" name="Graphic 185">
            <a:extLst>
              <a:ext uri="{FF2B5EF4-FFF2-40B4-BE49-F238E27FC236}">
                <a16:creationId xmlns:a16="http://schemas.microsoft.com/office/drawing/2014/main" id="{3773FAF5-C452-4455-9411-D6AF5EBD4C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581034" y="5750136"/>
            <a:ext cx="1054466" cy="469689"/>
            <a:chOff x="9841624" y="4115729"/>
            <a:chExt cx="602169" cy="268223"/>
          </a:xfrm>
          <a:solidFill>
            <a:schemeClr val="tx1"/>
          </a:solidFill>
        </p:grpSpPr>
        <p:sp>
          <p:nvSpPr>
            <p:cNvPr id="29" name="Freeform: Shape 28">
              <a:extLst>
                <a:ext uri="{FF2B5EF4-FFF2-40B4-BE49-F238E27FC236}">
                  <a16:creationId xmlns:a16="http://schemas.microsoft.com/office/drawing/2014/main" id="{1ECA0D96-F63C-4F7B-BE16-0F3FE76D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74F83A81-0546-400A-918A-90C9C48B81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741F692-A5B6-4215-86D9-B1FD4FF2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CC0876CB-9C60-4580-8FED-CD64EC766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46" name="Freeform: Shape 32">
              <a:extLst>
                <a:ext uri="{FF2B5EF4-FFF2-40B4-BE49-F238E27FC236}">
                  <a16:creationId xmlns:a16="http://schemas.microsoft.com/office/drawing/2014/main" id="{A879B3B7-48DB-4D3A-BB33-02766EAD3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7104333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4" name="Rectangle 33">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Oval 34">
            <a:extLst>
              <a:ext uri="{FF2B5EF4-FFF2-40B4-BE49-F238E27FC236}">
                <a16:creationId xmlns:a16="http://schemas.microsoft.com/office/drawing/2014/main" id="{4E0A5C5C-2A95-428E-9F6A-0D29EBD57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1056F38F-7C4E-461D-8709-7D0024AE1F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37" name="Oval 36">
            <a:extLst>
              <a:ext uri="{FF2B5EF4-FFF2-40B4-BE49-F238E27FC236}">
                <a16:creationId xmlns:a16="http://schemas.microsoft.com/office/drawing/2014/main" id="{C7278469-3C3C-49CE-AEEE-E176A4900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4B19F8-3D68-61E8-9BB4-5954FD4DBAEA}"/>
              </a:ext>
            </a:extLst>
          </p:cNvPr>
          <p:cNvSpPr>
            <a:spLocks noGrp="1"/>
          </p:cNvSpPr>
          <p:nvPr>
            <p:ph type="title"/>
          </p:nvPr>
        </p:nvSpPr>
        <p:spPr>
          <a:xfrm>
            <a:off x="1102368" y="1877492"/>
            <a:ext cx="4030132" cy="3215373"/>
          </a:xfrm>
        </p:spPr>
        <p:txBody>
          <a:bodyPr>
            <a:normAutofit/>
          </a:bodyPr>
          <a:lstStyle/>
          <a:p>
            <a:pPr algn="ctr"/>
            <a:r>
              <a:rPr lang="en-CA" b="1"/>
              <a:t>Logistic Regression </a:t>
            </a:r>
            <a:endParaRPr lang="en-US" b="1"/>
          </a:p>
        </p:txBody>
      </p:sp>
      <p:grpSp>
        <p:nvGrpSpPr>
          <p:cNvPr id="38" name="Group 37">
            <a:extLst>
              <a:ext uri="{FF2B5EF4-FFF2-40B4-BE49-F238E27FC236}">
                <a16:creationId xmlns:a16="http://schemas.microsoft.com/office/drawing/2014/main" id="{93DC754C-7E09-422D-A8BB-AF632E90DF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tx1"/>
          </a:solidFill>
        </p:grpSpPr>
        <p:sp>
          <p:nvSpPr>
            <p:cNvPr id="17" name="Freeform: Shape 16">
              <a:extLst>
                <a:ext uri="{FF2B5EF4-FFF2-40B4-BE49-F238E27FC236}">
                  <a16:creationId xmlns:a16="http://schemas.microsoft.com/office/drawing/2014/main" id="{C5A741B9-65EC-4C5B-9FE0-4A1857577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39" name="Freeform: Shape 17">
              <a:extLst>
                <a:ext uri="{FF2B5EF4-FFF2-40B4-BE49-F238E27FC236}">
                  <a16:creationId xmlns:a16="http://schemas.microsoft.com/office/drawing/2014/main" id="{C0BB4301-41FA-4453-956F-A11CC664B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dirty="0"/>
            </a:p>
          </p:txBody>
        </p:sp>
      </p:grpSp>
      <p:sp>
        <p:nvSpPr>
          <p:cNvPr id="40" name="Graphic 212">
            <a:extLst>
              <a:ext uri="{FF2B5EF4-FFF2-40B4-BE49-F238E27FC236}">
                <a16:creationId xmlns:a16="http://schemas.microsoft.com/office/drawing/2014/main" id="{4C6598AB-1C17-4D54-951C-A082D94AC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41" name="Graphic 212">
            <a:extLst>
              <a:ext uri="{FF2B5EF4-FFF2-40B4-BE49-F238E27FC236}">
                <a16:creationId xmlns:a16="http://schemas.microsoft.com/office/drawing/2014/main" id="{C83B66D7-137D-4AC1-B172-53D60F08B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42" name="Oval 41">
            <a:extLst>
              <a:ext uri="{FF2B5EF4-FFF2-40B4-BE49-F238E27FC236}">
                <a16:creationId xmlns:a16="http://schemas.microsoft.com/office/drawing/2014/main" id="{F6B92503-6984-4D15-8B98-8718709B7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3" name="Oval 42">
            <a:extLst>
              <a:ext uri="{FF2B5EF4-FFF2-40B4-BE49-F238E27FC236}">
                <a16:creationId xmlns:a16="http://schemas.microsoft.com/office/drawing/2014/main" id="{08DDF938-524E-4C18-A47D-C00627832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F9594008-78EF-1BBC-E72D-E3C7DF4D132D}"/>
              </a:ext>
            </a:extLst>
          </p:cNvPr>
          <p:cNvSpPr>
            <a:spLocks noGrp="1"/>
          </p:cNvSpPr>
          <p:nvPr>
            <p:ph idx="1"/>
          </p:nvPr>
        </p:nvSpPr>
        <p:spPr>
          <a:xfrm>
            <a:off x="6234868" y="1130846"/>
            <a:ext cx="5217173" cy="4351338"/>
          </a:xfrm>
        </p:spPr>
        <p:txBody>
          <a:bodyPr>
            <a:normAutofit/>
          </a:bodyPr>
          <a:lstStyle/>
          <a:p>
            <a:pPr>
              <a:lnSpc>
                <a:spcPct val="100000"/>
              </a:lnSpc>
            </a:pPr>
            <a:r>
              <a:rPr lang="en-CA" sz="1500"/>
              <a:t>“Logistic Regression is our baseline model.</a:t>
            </a:r>
            <a:br>
              <a:rPr lang="en-CA" sz="1500"/>
            </a:br>
            <a:r>
              <a:rPr lang="en-CA" sz="1500"/>
              <a:t>We trained it with class balancing so it handles the 76/24 income imbalance properly.</a:t>
            </a:r>
          </a:p>
          <a:p>
            <a:pPr>
              <a:lnSpc>
                <a:spcPct val="100000"/>
              </a:lnSpc>
            </a:pPr>
            <a:r>
              <a:rPr lang="en-CA" sz="1500"/>
              <a:t>On the test set, it achieved:</a:t>
            </a:r>
          </a:p>
          <a:p>
            <a:pPr>
              <a:lnSpc>
                <a:spcPct val="100000"/>
              </a:lnSpc>
            </a:pPr>
            <a:r>
              <a:rPr lang="en-CA" sz="1500" b="1"/>
              <a:t>Accuracy:</a:t>
            </a:r>
            <a:r>
              <a:rPr lang="en-CA" sz="1500"/>
              <a:t> 80.96%</a:t>
            </a:r>
          </a:p>
          <a:p>
            <a:pPr>
              <a:lnSpc>
                <a:spcPct val="100000"/>
              </a:lnSpc>
            </a:pPr>
            <a:r>
              <a:rPr lang="en-CA" sz="1500" b="1"/>
              <a:t>ROC‑AUC:</a:t>
            </a:r>
            <a:r>
              <a:rPr lang="en-CA" sz="1500"/>
              <a:t> 0.9062</a:t>
            </a:r>
          </a:p>
          <a:p>
            <a:pPr>
              <a:lnSpc>
                <a:spcPct val="100000"/>
              </a:lnSpc>
            </a:pPr>
            <a:r>
              <a:rPr lang="en-CA" sz="1500" b="1"/>
              <a:t>Recall for &gt;50K:</a:t>
            </a:r>
            <a:r>
              <a:rPr lang="en-CA" sz="1500"/>
              <a:t> 0.8476 (this is the highest recall among all models)</a:t>
            </a:r>
          </a:p>
          <a:p>
            <a:pPr>
              <a:lnSpc>
                <a:spcPct val="100000"/>
              </a:lnSpc>
            </a:pPr>
            <a:r>
              <a:rPr lang="en-CA" sz="1500"/>
              <a:t>So Logistic Regression is very good at </a:t>
            </a:r>
            <a:r>
              <a:rPr lang="en-CA" sz="1500" b="1"/>
              <a:t>catching most of the people who actually earn more than 50K</a:t>
            </a:r>
            <a:r>
              <a:rPr lang="en-CA" sz="1500"/>
              <a:t>, even though its precision is lower. That makes it a strong model when missing high‑income cases would be costly.”</a:t>
            </a:r>
          </a:p>
          <a:p>
            <a:pPr marL="0" indent="0">
              <a:lnSpc>
                <a:spcPct val="100000"/>
              </a:lnSpc>
              <a:buNone/>
            </a:pPr>
            <a:endParaRPr lang="en-US" sz="1500"/>
          </a:p>
        </p:txBody>
      </p:sp>
      <p:grpSp>
        <p:nvGrpSpPr>
          <p:cNvPr id="28" name="Graphic 185">
            <a:extLst>
              <a:ext uri="{FF2B5EF4-FFF2-40B4-BE49-F238E27FC236}">
                <a16:creationId xmlns:a16="http://schemas.microsoft.com/office/drawing/2014/main" id="{3773FAF5-C452-4455-9411-D6AF5EBD4C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581034" y="5750136"/>
            <a:ext cx="1054466" cy="469689"/>
            <a:chOff x="9841624" y="4115729"/>
            <a:chExt cx="602169" cy="268223"/>
          </a:xfrm>
          <a:solidFill>
            <a:schemeClr val="tx1"/>
          </a:solidFill>
        </p:grpSpPr>
        <p:sp>
          <p:nvSpPr>
            <p:cNvPr id="29" name="Freeform: Shape 28">
              <a:extLst>
                <a:ext uri="{FF2B5EF4-FFF2-40B4-BE49-F238E27FC236}">
                  <a16:creationId xmlns:a16="http://schemas.microsoft.com/office/drawing/2014/main" id="{1ECA0D96-F63C-4F7B-BE16-0F3FE76D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74F83A81-0546-400A-918A-90C9C48B81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741F692-A5B6-4215-86D9-B1FD4FF2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CC0876CB-9C60-4580-8FED-CD64EC766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A879B3B7-48DB-4D3A-BB33-02766EAD3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41540946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logistic regression&#10;&#10;AI-generated content may be incorrect.">
            <a:extLst>
              <a:ext uri="{FF2B5EF4-FFF2-40B4-BE49-F238E27FC236}">
                <a16:creationId xmlns:a16="http://schemas.microsoft.com/office/drawing/2014/main" id="{4A2A0E58-6C7A-509E-5B22-C988051A7F74}"/>
              </a:ext>
            </a:extLst>
          </p:cNvPr>
          <p:cNvPicPr>
            <a:picLocks noChangeAspect="1"/>
          </p:cNvPicPr>
          <p:nvPr/>
        </p:nvPicPr>
        <p:blipFill>
          <a:blip r:embed="rId2"/>
          <a:stretch>
            <a:fillRect/>
          </a:stretch>
        </p:blipFill>
        <p:spPr>
          <a:xfrm>
            <a:off x="0" y="528404"/>
            <a:ext cx="6096000" cy="4572000"/>
          </a:xfrm>
          <a:prstGeom prst="rect">
            <a:avLst/>
          </a:prstGeom>
        </p:spPr>
      </p:pic>
      <p:pic>
        <p:nvPicPr>
          <p:cNvPr id="5" name="Picture 4" descr="A graph of a logistic regression&#10;&#10;AI-generated content may be incorrect.">
            <a:extLst>
              <a:ext uri="{FF2B5EF4-FFF2-40B4-BE49-F238E27FC236}">
                <a16:creationId xmlns:a16="http://schemas.microsoft.com/office/drawing/2014/main" id="{1BEC3268-8072-38AC-6045-5A402BE2B747}"/>
              </a:ext>
            </a:extLst>
          </p:cNvPr>
          <p:cNvPicPr>
            <a:picLocks noChangeAspect="1"/>
          </p:cNvPicPr>
          <p:nvPr/>
        </p:nvPicPr>
        <p:blipFill>
          <a:blip r:embed="rId3"/>
          <a:stretch>
            <a:fillRect/>
          </a:stretch>
        </p:blipFill>
        <p:spPr>
          <a:xfrm>
            <a:off x="5636302" y="528404"/>
            <a:ext cx="6555698" cy="4572000"/>
          </a:xfrm>
          <a:prstGeom prst="rect">
            <a:avLst/>
          </a:prstGeom>
        </p:spPr>
      </p:pic>
    </p:spTree>
    <p:extLst>
      <p:ext uri="{BB962C8B-B14F-4D97-AF65-F5344CB8AC3E}">
        <p14:creationId xmlns:p14="http://schemas.microsoft.com/office/powerpoint/2010/main" val="21313495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D55A19D-297C-4231-AD1F-08EF9B4AA8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aphic 4">
            <a:extLst>
              <a:ext uri="{FF2B5EF4-FFF2-40B4-BE49-F238E27FC236}">
                <a16:creationId xmlns:a16="http://schemas.microsoft.com/office/drawing/2014/main" id="{811A993A-52C8-4BC6-BFBC-62C21A66A37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452429" y="1191253"/>
            <a:ext cx="1517427" cy="1517433"/>
            <a:chOff x="5829300" y="3162300"/>
            <a:chExt cx="532256" cy="532257"/>
          </a:xfrm>
          <a:solidFill>
            <a:schemeClr val="tx1"/>
          </a:solidFill>
        </p:grpSpPr>
        <p:sp>
          <p:nvSpPr>
            <p:cNvPr id="11" name="Freeform: Shape 10">
              <a:extLst>
                <a:ext uri="{FF2B5EF4-FFF2-40B4-BE49-F238E27FC236}">
                  <a16:creationId xmlns:a16="http://schemas.microsoft.com/office/drawing/2014/main" id="{E7EE599A-6CA0-4BAE-9FE4-66A13557F6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26CA298D-E89C-4DD9-BC1E-85D6D271BE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C842847C-3D21-4D7B-83EE-69306D5682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14" name="Freeform: Shape 13">
              <a:extLst>
                <a:ext uri="{FF2B5EF4-FFF2-40B4-BE49-F238E27FC236}">
                  <a16:creationId xmlns:a16="http://schemas.microsoft.com/office/drawing/2014/main" id="{9168A295-1E14-4EB6-B4A5-3B260610AB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68DE5630-9650-46DF-9B28-7C88B9FF87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DADAFEBF-A533-43D8-91D3-4F73B51BEA7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FBA43A2C-8819-4220-A7FA-C12A30AD83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3F4F4521-2962-4E10-A9CC-AA2A6DA365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89A12088-833B-41BB-A044-DFAE5F5628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2EA73B4D-E5FD-4DB1-A1FB-633E4C3499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21" name="Freeform: Shape 20">
              <a:extLst>
                <a:ext uri="{FF2B5EF4-FFF2-40B4-BE49-F238E27FC236}">
                  <a16:creationId xmlns:a16="http://schemas.microsoft.com/office/drawing/2014/main" id="{4146519D-F64D-4B51-95AD-81568D162E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E579C974-C459-4F1D-920C-4DDFEB648F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3C079155-A959-450B-ACA3-D37017E301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sp>
        <p:nvSpPr>
          <p:cNvPr id="25" name="Freeform: Shape 24">
            <a:extLst>
              <a:ext uri="{FF2B5EF4-FFF2-40B4-BE49-F238E27FC236}">
                <a16:creationId xmlns:a16="http://schemas.microsoft.com/office/drawing/2014/main" id="{8EFA3AE2-4D79-490F-B649-047F36E56D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74375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solidFill>
            <a:schemeClr val="tx1"/>
          </a:solidFill>
          <a:ln w="9525" cap="flat">
            <a:noFill/>
            <a:prstDash val="solid"/>
            <a:miter/>
          </a:ln>
        </p:spPr>
        <p:txBody>
          <a:bodyPr wrap="square" rtlCol="0" anchor="ctr">
            <a:noAutofit/>
          </a:bodyPr>
          <a:lstStyle/>
          <a:p>
            <a:endParaRPr lang="en-US"/>
          </a:p>
        </p:txBody>
      </p:sp>
      <p:sp>
        <p:nvSpPr>
          <p:cNvPr id="27" name="Freeform: Shape 26">
            <a:extLst>
              <a:ext uri="{FF2B5EF4-FFF2-40B4-BE49-F238E27FC236}">
                <a16:creationId xmlns:a16="http://schemas.microsoft.com/office/drawing/2014/main" id="{AF1F73C6-5691-4700-AFC4-DA3660397E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18348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solidFill>
            <a:schemeClr val="tx1"/>
          </a:solidFill>
          <a:ln w="9525" cap="flat">
            <a:noFill/>
            <a:prstDash val="solid"/>
            <a:miter/>
          </a:ln>
        </p:spPr>
        <p:txBody>
          <a:bodyPr wrap="square" rtlCol="0" anchor="ctr">
            <a:noAutofit/>
          </a:bodyPr>
          <a:lstStyle/>
          <a:p>
            <a:endParaRPr lang="en-US"/>
          </a:p>
        </p:txBody>
      </p:sp>
      <p:grpSp>
        <p:nvGrpSpPr>
          <p:cNvPr id="29" name="Group 28">
            <a:extLst>
              <a:ext uri="{FF2B5EF4-FFF2-40B4-BE49-F238E27FC236}">
                <a16:creationId xmlns:a16="http://schemas.microsoft.com/office/drawing/2014/main" id="{56F9D4BC-F300-47FA-BC0D-DD9EF194BE8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88157" y="706359"/>
            <a:ext cx="9630666" cy="5441743"/>
            <a:chOff x="1280667" y="677669"/>
            <a:chExt cx="9857233" cy="5651056"/>
          </a:xfrm>
        </p:grpSpPr>
        <p:sp>
          <p:nvSpPr>
            <p:cNvPr id="30" name="Rectangle 29">
              <a:extLst>
                <a:ext uri="{FF2B5EF4-FFF2-40B4-BE49-F238E27FC236}">
                  <a16:creationId xmlns:a16="http://schemas.microsoft.com/office/drawing/2014/main" id="{EBAB6C56-3D38-4923-996E-BD474BBB91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80667" y="677669"/>
              <a:ext cx="9857233" cy="5651056"/>
            </a:xfrm>
            <a:prstGeom prst="rect">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0CD21DB-082D-417D-A5AB-FC838AF9D9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80667" y="677669"/>
              <a:ext cx="9857233" cy="5651056"/>
            </a:xfrm>
            <a:prstGeom prst="rect">
              <a:avLst/>
            </a:pr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Picture 4" descr="A graph of a graph with text&#10;&#10;AI-generated content may be incorrect.">
            <a:extLst>
              <a:ext uri="{FF2B5EF4-FFF2-40B4-BE49-F238E27FC236}">
                <a16:creationId xmlns:a16="http://schemas.microsoft.com/office/drawing/2014/main" id="{C2D747C5-8700-ED40-3A2F-D3EBC477B192}"/>
              </a:ext>
            </a:extLst>
          </p:cNvPr>
          <p:cNvPicPr>
            <a:picLocks noChangeAspect="1"/>
          </p:cNvPicPr>
          <p:nvPr/>
        </p:nvPicPr>
        <p:blipFill>
          <a:blip r:embed="rId2"/>
          <a:stretch>
            <a:fillRect/>
          </a:stretch>
        </p:blipFill>
        <p:spPr>
          <a:xfrm>
            <a:off x="1482725" y="707422"/>
            <a:ext cx="9642877" cy="5440680"/>
          </a:xfrm>
          <a:prstGeom prst="rect">
            <a:avLst/>
          </a:prstGeom>
        </p:spPr>
      </p:pic>
    </p:spTree>
    <p:extLst>
      <p:ext uri="{BB962C8B-B14F-4D97-AF65-F5344CB8AC3E}">
        <p14:creationId xmlns:p14="http://schemas.microsoft.com/office/powerpoint/2010/main" val="21947227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Shape 11">
            <a:extLst>
              <a:ext uri="{FF2B5EF4-FFF2-40B4-BE49-F238E27FC236}">
                <a16:creationId xmlns:a16="http://schemas.microsoft.com/office/drawing/2014/main" id="{3C1D1FA3-6212-4B97-9B1E-C7F81247C2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
            <a:ext cx="2232251" cy="2361890"/>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14" name="Freeform: Shape 13">
            <a:extLst>
              <a:ext uri="{FF2B5EF4-FFF2-40B4-BE49-F238E27FC236}">
                <a16:creationId xmlns:a16="http://schemas.microsoft.com/office/drawing/2014/main" id="{11C51958-04D4-4687-95A2-95DCDCF474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
            <a:ext cx="2232251" cy="2361890"/>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chemeClr val="accent3">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16" name="Freeform: Shape 15">
            <a:extLst>
              <a:ext uri="{FF2B5EF4-FFF2-40B4-BE49-F238E27FC236}">
                <a16:creationId xmlns:a16="http://schemas.microsoft.com/office/drawing/2014/main" id="{79AFCB35-9C04-4524-A0B1-57FF6865D0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92656"/>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solidFill>
            <a:schemeClr val="tx1"/>
          </a:solidFill>
          <a:ln w="9525" cap="flat">
            <a:noFill/>
            <a:prstDash val="solid"/>
            <a:miter/>
          </a:ln>
        </p:spPr>
        <p:txBody>
          <a:bodyPr wrap="square" rtlCol="0" anchor="ctr">
            <a:noAutofit/>
          </a:bodyPr>
          <a:lstStyle/>
          <a:p>
            <a:endParaRPr lang="en-US"/>
          </a:p>
        </p:txBody>
      </p:sp>
      <p:sp>
        <p:nvSpPr>
          <p:cNvPr id="18" name="Freeform: Shape 17">
            <a:extLst>
              <a:ext uri="{FF2B5EF4-FFF2-40B4-BE49-F238E27FC236}">
                <a16:creationId xmlns:a16="http://schemas.microsoft.com/office/drawing/2014/main" id="{D11AD2AD-0BA0-4DD3-8EEA-84686A0E71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32391"/>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solidFill>
            <a:schemeClr val="tx1"/>
          </a:solidFill>
          <a:ln w="9525"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A93DAB58-5367-4049-669D-1B5F5B4F13AF}"/>
              </a:ext>
            </a:extLst>
          </p:cNvPr>
          <p:cNvSpPr>
            <a:spLocks noGrp="1"/>
          </p:cNvSpPr>
          <p:nvPr>
            <p:ph type="title"/>
          </p:nvPr>
        </p:nvSpPr>
        <p:spPr>
          <a:xfrm>
            <a:off x="1861854" y="633046"/>
            <a:ext cx="4834021" cy="1314996"/>
          </a:xfrm>
        </p:spPr>
        <p:txBody>
          <a:bodyPr anchor="b">
            <a:normAutofit/>
          </a:bodyPr>
          <a:lstStyle/>
          <a:p>
            <a:r>
              <a:rPr lang="en-CA" b="1" dirty="0"/>
              <a:t>Random Forest</a:t>
            </a:r>
            <a:endParaRPr lang="en-US" b="1" dirty="0"/>
          </a:p>
        </p:txBody>
      </p:sp>
      <p:sp>
        <p:nvSpPr>
          <p:cNvPr id="3" name="Content Placeholder 2">
            <a:extLst>
              <a:ext uri="{FF2B5EF4-FFF2-40B4-BE49-F238E27FC236}">
                <a16:creationId xmlns:a16="http://schemas.microsoft.com/office/drawing/2014/main" id="{660883BE-4021-51A2-8324-4B9051C32230}"/>
              </a:ext>
            </a:extLst>
          </p:cNvPr>
          <p:cNvSpPr>
            <a:spLocks noGrp="1"/>
          </p:cNvSpPr>
          <p:nvPr>
            <p:ph idx="1"/>
          </p:nvPr>
        </p:nvSpPr>
        <p:spPr>
          <a:xfrm>
            <a:off x="1861854" y="2125737"/>
            <a:ext cx="4834021" cy="4044463"/>
          </a:xfrm>
        </p:spPr>
        <p:txBody>
          <a:bodyPr>
            <a:normAutofit/>
          </a:bodyPr>
          <a:lstStyle/>
          <a:p>
            <a:pPr marL="0" indent="0">
              <a:lnSpc>
                <a:spcPct val="100000"/>
              </a:lnSpc>
              <a:buNone/>
            </a:pPr>
            <a:r>
              <a:rPr lang="en-CA" sz="1300" dirty="0"/>
              <a:t>“For Random Forest, we used </a:t>
            </a:r>
            <a:r>
              <a:rPr lang="en-CA" sz="1300" dirty="0" err="1"/>
              <a:t>RandomForestClassifier</a:t>
            </a:r>
            <a:r>
              <a:rPr lang="en-CA" sz="1300" dirty="0"/>
              <a:t> inside the same pipeline and tuned hyperparameters using </a:t>
            </a:r>
            <a:r>
              <a:rPr lang="en-CA" sz="1300" dirty="0" err="1"/>
              <a:t>GridSearchCV</a:t>
            </a:r>
            <a:r>
              <a:rPr lang="en-CA" sz="1300" dirty="0"/>
              <a:t>. The best configuration used </a:t>
            </a:r>
            <a:r>
              <a:rPr lang="en-CA" sz="1300" b="1" dirty="0"/>
              <a:t>100 trees</a:t>
            </a:r>
            <a:r>
              <a:rPr lang="en-CA" sz="1300" dirty="0"/>
              <a:t>, </a:t>
            </a:r>
            <a:r>
              <a:rPr lang="en-CA" sz="1300" dirty="0" err="1"/>
              <a:t>max_depth</a:t>
            </a:r>
            <a:r>
              <a:rPr lang="en-CA" sz="1300" dirty="0"/>
              <a:t>=None, and </a:t>
            </a:r>
            <a:r>
              <a:rPr lang="en-CA" sz="1300" dirty="0" err="1"/>
              <a:t>min_samples_split</a:t>
            </a:r>
            <a:r>
              <a:rPr lang="en-CA" sz="1300" dirty="0"/>
              <a:t>=5.</a:t>
            </a:r>
            <a:br>
              <a:rPr lang="en-CA" sz="1300" dirty="0"/>
            </a:br>
            <a:r>
              <a:rPr lang="en-CA" sz="1300" dirty="0"/>
              <a:t>With this configuration, Random Forest achieved the </a:t>
            </a:r>
            <a:r>
              <a:rPr lang="en-CA" sz="1300" b="1" dirty="0"/>
              <a:t>highest accuracy at 85.89%</a:t>
            </a:r>
            <a:r>
              <a:rPr lang="en-CA" sz="1300" dirty="0"/>
              <a:t> and the </a:t>
            </a:r>
            <a:r>
              <a:rPr lang="en-CA" sz="1300" b="1" dirty="0"/>
              <a:t>highest ROC‑AUC at 0.9093</a:t>
            </a:r>
            <a:r>
              <a:rPr lang="en-CA" sz="1300" dirty="0"/>
              <a:t>. Precision for the &gt;50K class is 0.7474 and recall is 0.6230, giving an F1‑score of 0.6796. So compared to Logistic Regression, Random Forest improves overall accuracy and AUC and gives a better balance between precision and recall.</a:t>
            </a:r>
            <a:br>
              <a:rPr lang="en-CA" sz="1300" dirty="0"/>
            </a:br>
            <a:r>
              <a:rPr lang="en-CA" sz="1300" dirty="0"/>
              <a:t>The feature importance plot shows that </a:t>
            </a:r>
            <a:r>
              <a:rPr lang="en-CA" sz="1300" b="1" dirty="0"/>
              <a:t>capital gain, age, hours per week, and education level</a:t>
            </a:r>
            <a:r>
              <a:rPr lang="en-CA" sz="1300" dirty="0"/>
              <a:t> are among the top contributors to the predictions.”</a:t>
            </a:r>
            <a:br>
              <a:rPr lang="en-CA" sz="1300" dirty="0"/>
            </a:br>
            <a:endParaRPr lang="en-US" sz="1300" dirty="0"/>
          </a:p>
        </p:txBody>
      </p:sp>
      <p:pic>
        <p:nvPicPr>
          <p:cNvPr id="7" name="Graphic 6" descr="Forest scene">
            <a:extLst>
              <a:ext uri="{FF2B5EF4-FFF2-40B4-BE49-F238E27FC236}">
                <a16:creationId xmlns:a16="http://schemas.microsoft.com/office/drawing/2014/main" id="{C85EF8F6-6139-F392-1476-E292559015D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235473" y="1200223"/>
            <a:ext cx="4072815" cy="4072815"/>
          </a:xfrm>
          <a:prstGeom prst="rect">
            <a:avLst/>
          </a:prstGeom>
        </p:spPr>
      </p:pic>
      <p:grpSp>
        <p:nvGrpSpPr>
          <p:cNvPr id="20" name="Graphic 185">
            <a:extLst>
              <a:ext uri="{FF2B5EF4-FFF2-40B4-BE49-F238E27FC236}">
                <a16:creationId xmlns:a16="http://schemas.microsoft.com/office/drawing/2014/main" id="{0C156BF8-7FF7-440F-BE2B-417DFFE8BFA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428634" y="5987064"/>
            <a:ext cx="1054466" cy="469689"/>
            <a:chOff x="9841624" y="4115729"/>
            <a:chExt cx="602169" cy="268223"/>
          </a:xfrm>
          <a:solidFill>
            <a:schemeClr val="tx1"/>
          </a:solidFill>
        </p:grpSpPr>
        <p:sp>
          <p:nvSpPr>
            <p:cNvPr id="21" name="Freeform: Shape 20">
              <a:extLst>
                <a:ext uri="{FF2B5EF4-FFF2-40B4-BE49-F238E27FC236}">
                  <a16:creationId xmlns:a16="http://schemas.microsoft.com/office/drawing/2014/main" id="{B7067280-C3E7-4DF6-A345-B9FEF6EF8D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A78365A8-666B-4417-9D3C-554E6E6B2C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E71CAAFA-0A31-4308-AB9F-B1C84ABDF9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96AB1D25-144D-4BB4-A45C-60B8A094F4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069F0FB4-779A-48FC-AC33-784F177C92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703494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D55A19D-297C-4231-AD1F-08EF9B4AA8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BAB6C56-3D38-4923-996E-BD474BBB91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44600" y="662169"/>
            <a:ext cx="10289033" cy="5694181"/>
          </a:xfrm>
          <a:prstGeom prst="rect">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0CD21DB-082D-417D-A5AB-FC838AF9D9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44600" y="662169"/>
            <a:ext cx="10289033" cy="5694181"/>
          </a:xfrm>
          <a:prstGeom prst="rect">
            <a:avLst/>
          </a:pr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EA3DEE12-65F4-EBF2-298B-CB2BCCA5051A}"/>
              </a:ext>
            </a:extLst>
          </p:cNvPr>
          <p:cNvPicPr>
            <a:picLocks noChangeAspect="1"/>
          </p:cNvPicPr>
          <p:nvPr/>
        </p:nvPicPr>
        <p:blipFill>
          <a:blip r:embed="rId2"/>
          <a:stretch>
            <a:fillRect/>
          </a:stretch>
        </p:blipFill>
        <p:spPr>
          <a:xfrm>
            <a:off x="1244600" y="1428088"/>
            <a:ext cx="10289032" cy="4001823"/>
          </a:xfrm>
          <a:prstGeom prst="rect">
            <a:avLst/>
          </a:prstGeom>
        </p:spPr>
      </p:pic>
    </p:spTree>
    <p:extLst>
      <p:ext uri="{BB962C8B-B14F-4D97-AF65-F5344CB8AC3E}">
        <p14:creationId xmlns:p14="http://schemas.microsoft.com/office/powerpoint/2010/main" val="24994843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ED55A19D-297C-4231-AD1F-08EF9B4AA8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9">
            <a:extLst>
              <a:ext uri="{FF2B5EF4-FFF2-40B4-BE49-F238E27FC236}">
                <a16:creationId xmlns:a16="http://schemas.microsoft.com/office/drawing/2014/main" id="{98875539-0E84-455D-BC55-CA2C4BD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3871489" cy="4096327"/>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21" name="Freeform: Shape 11">
            <a:extLst>
              <a:ext uri="{FF2B5EF4-FFF2-40B4-BE49-F238E27FC236}">
                <a16:creationId xmlns:a16="http://schemas.microsoft.com/office/drawing/2014/main" id="{5F9176D7-CC1C-4175-B08A-01FB9F4F3C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47955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solidFill>
            <a:schemeClr val="tx1"/>
          </a:solidFill>
          <a:ln w="9525" cap="flat">
            <a:noFill/>
            <a:prstDash val="solid"/>
            <a:miter/>
          </a:ln>
        </p:spPr>
        <p:txBody>
          <a:bodyPr wrap="square" rtlCol="0" anchor="ctr">
            <a:noAutofit/>
          </a:bodyPr>
          <a:lstStyle/>
          <a:p>
            <a:endParaRPr lang="en-US"/>
          </a:p>
        </p:txBody>
      </p:sp>
      <p:sp>
        <p:nvSpPr>
          <p:cNvPr id="28" name="Freeform: Shape 13">
            <a:extLst>
              <a:ext uri="{FF2B5EF4-FFF2-40B4-BE49-F238E27FC236}">
                <a16:creationId xmlns:a16="http://schemas.microsoft.com/office/drawing/2014/main" id="{D83469C6-FD66-4B54-921B-8031CD42BA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9192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solidFill>
            <a:schemeClr val="tx1"/>
          </a:solidFill>
          <a:ln w="9525" cap="flat">
            <a:noFill/>
            <a:prstDash val="solid"/>
            <a:miter/>
          </a:ln>
        </p:spPr>
        <p:txBody>
          <a:bodyPr wrap="square" rtlCol="0" anchor="ctr">
            <a:noAutofit/>
          </a:bodyPr>
          <a:lstStyle/>
          <a:p>
            <a:endParaRPr lang="en-US"/>
          </a:p>
        </p:txBody>
      </p:sp>
      <p:sp>
        <p:nvSpPr>
          <p:cNvPr id="29" name="Freeform: Shape 15">
            <a:extLst>
              <a:ext uri="{FF2B5EF4-FFF2-40B4-BE49-F238E27FC236}">
                <a16:creationId xmlns:a16="http://schemas.microsoft.com/office/drawing/2014/main" id="{6F0C6814-AEA4-4409-9A89-7AC1D41EB7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871489" cy="4096327"/>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chemeClr val="accent1">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18" name="Freeform: Shape 17">
            <a:extLst>
              <a:ext uri="{FF2B5EF4-FFF2-40B4-BE49-F238E27FC236}">
                <a16:creationId xmlns:a16="http://schemas.microsoft.com/office/drawing/2014/main" id="{6754052F-5B23-433C-8ADA-E8F0F84381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59419" y="3564607"/>
            <a:ext cx="3432581" cy="3293393"/>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20" name="Freeform: Shape 19">
            <a:extLst>
              <a:ext uri="{FF2B5EF4-FFF2-40B4-BE49-F238E27FC236}">
                <a16:creationId xmlns:a16="http://schemas.microsoft.com/office/drawing/2014/main" id="{FB2B180F-0C1C-4489-B089-6B68FD7AB3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59419" y="3564607"/>
            <a:ext cx="3432581" cy="3293393"/>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3">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grpSp>
        <p:nvGrpSpPr>
          <p:cNvPr id="22" name="Graphic 185">
            <a:extLst>
              <a:ext uri="{FF2B5EF4-FFF2-40B4-BE49-F238E27FC236}">
                <a16:creationId xmlns:a16="http://schemas.microsoft.com/office/drawing/2014/main" id="{F8DA0E47-CC59-4007-BDA3-0D5A4CF235D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428634" y="5987064"/>
            <a:ext cx="1054466" cy="469689"/>
            <a:chOff x="9841624" y="4115729"/>
            <a:chExt cx="602169" cy="268223"/>
          </a:xfrm>
          <a:solidFill>
            <a:schemeClr val="tx1"/>
          </a:solidFill>
        </p:grpSpPr>
        <p:sp>
          <p:nvSpPr>
            <p:cNvPr id="23" name="Freeform: Shape 22">
              <a:extLst>
                <a:ext uri="{FF2B5EF4-FFF2-40B4-BE49-F238E27FC236}">
                  <a16:creationId xmlns:a16="http://schemas.microsoft.com/office/drawing/2014/main" id="{DC833CFE-926B-4F47-AB28-ADB4F7697D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E80DE9A3-5BAC-492E-BEA8-AFF33894D8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E4C461C6-EC83-4CF8-BA68-8B3D52D31E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0164B2AB-B7D6-4349-9A36-E6775B5F81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FF3243-BD09-43B6-805F-FD18ECF5C9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pic>
        <p:nvPicPr>
          <p:cNvPr id="3" name="Picture 2" descr="A graph of a graph&#10;&#10;AI-generated content may be incorrect.">
            <a:extLst>
              <a:ext uri="{FF2B5EF4-FFF2-40B4-BE49-F238E27FC236}">
                <a16:creationId xmlns:a16="http://schemas.microsoft.com/office/drawing/2014/main" id="{484AEE32-6A89-9AC4-B881-AC6A50937036}"/>
              </a:ext>
            </a:extLst>
          </p:cNvPr>
          <p:cNvPicPr>
            <a:picLocks noChangeAspect="1"/>
          </p:cNvPicPr>
          <p:nvPr/>
        </p:nvPicPr>
        <p:blipFill>
          <a:blip r:embed="rId2"/>
          <a:srcRect r="11110" b="-1"/>
          <a:stretch>
            <a:fillRect/>
          </a:stretch>
        </p:blipFill>
        <p:spPr>
          <a:xfrm>
            <a:off x="1280667" y="720375"/>
            <a:ext cx="9630666" cy="5417250"/>
          </a:xfrm>
          <a:prstGeom prst="rect">
            <a:avLst/>
          </a:prstGeom>
          <a:ln w="28575">
            <a:solidFill>
              <a:schemeClr val="tx1"/>
            </a:solidFill>
          </a:ln>
        </p:spPr>
      </p:pic>
    </p:spTree>
    <p:extLst>
      <p:ext uri="{BB962C8B-B14F-4D97-AF65-F5344CB8AC3E}">
        <p14:creationId xmlns:p14="http://schemas.microsoft.com/office/powerpoint/2010/main" val="42718700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Shape 11">
            <a:extLst>
              <a:ext uri="{FF2B5EF4-FFF2-40B4-BE49-F238E27FC236}">
                <a16:creationId xmlns:a16="http://schemas.microsoft.com/office/drawing/2014/main" id="{3C1D1FA3-6212-4B97-9B1E-C7F81247C2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
            <a:ext cx="2232251" cy="2361890"/>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14" name="Freeform: Shape 13">
            <a:extLst>
              <a:ext uri="{FF2B5EF4-FFF2-40B4-BE49-F238E27FC236}">
                <a16:creationId xmlns:a16="http://schemas.microsoft.com/office/drawing/2014/main" id="{11C51958-04D4-4687-95A2-95DCDCF474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
            <a:ext cx="2232251" cy="2361890"/>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chemeClr val="accent3">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16" name="Freeform: Shape 15">
            <a:extLst>
              <a:ext uri="{FF2B5EF4-FFF2-40B4-BE49-F238E27FC236}">
                <a16:creationId xmlns:a16="http://schemas.microsoft.com/office/drawing/2014/main" id="{79AFCB35-9C04-4524-A0B1-57FF6865D0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92656"/>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solidFill>
            <a:schemeClr val="tx1"/>
          </a:solidFill>
          <a:ln w="9525" cap="flat">
            <a:noFill/>
            <a:prstDash val="solid"/>
            <a:miter/>
          </a:ln>
        </p:spPr>
        <p:txBody>
          <a:bodyPr wrap="square" rtlCol="0" anchor="ctr">
            <a:noAutofit/>
          </a:bodyPr>
          <a:lstStyle/>
          <a:p>
            <a:endParaRPr lang="en-US"/>
          </a:p>
        </p:txBody>
      </p:sp>
      <p:sp>
        <p:nvSpPr>
          <p:cNvPr id="18" name="Freeform: Shape 17">
            <a:extLst>
              <a:ext uri="{FF2B5EF4-FFF2-40B4-BE49-F238E27FC236}">
                <a16:creationId xmlns:a16="http://schemas.microsoft.com/office/drawing/2014/main" id="{D11AD2AD-0BA0-4DD3-8EEA-84686A0E71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32391"/>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solidFill>
            <a:schemeClr val="tx1"/>
          </a:solidFill>
          <a:ln w="9525"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D17E4D22-B255-6C69-2AE0-AB1E1D48E87C}"/>
              </a:ext>
            </a:extLst>
          </p:cNvPr>
          <p:cNvSpPr>
            <a:spLocks noGrp="1"/>
          </p:cNvSpPr>
          <p:nvPr>
            <p:ph type="title"/>
          </p:nvPr>
        </p:nvSpPr>
        <p:spPr>
          <a:xfrm>
            <a:off x="1861854" y="633046"/>
            <a:ext cx="4834021" cy="1314996"/>
          </a:xfrm>
        </p:spPr>
        <p:txBody>
          <a:bodyPr anchor="b">
            <a:normAutofit/>
          </a:bodyPr>
          <a:lstStyle/>
          <a:p>
            <a:r>
              <a:rPr lang="en-US" b="1"/>
              <a:t>KNN</a:t>
            </a:r>
            <a:endParaRPr lang="en-US" b="1" dirty="0"/>
          </a:p>
        </p:txBody>
      </p:sp>
      <p:sp>
        <p:nvSpPr>
          <p:cNvPr id="3" name="Content Placeholder 2">
            <a:extLst>
              <a:ext uri="{FF2B5EF4-FFF2-40B4-BE49-F238E27FC236}">
                <a16:creationId xmlns:a16="http://schemas.microsoft.com/office/drawing/2014/main" id="{9F820BB4-F343-CA4B-011B-D88E9FACBEC2}"/>
              </a:ext>
            </a:extLst>
          </p:cNvPr>
          <p:cNvSpPr>
            <a:spLocks noGrp="1"/>
          </p:cNvSpPr>
          <p:nvPr>
            <p:ph idx="1"/>
          </p:nvPr>
        </p:nvSpPr>
        <p:spPr>
          <a:xfrm>
            <a:off x="1861854" y="2125737"/>
            <a:ext cx="4834021" cy="4044463"/>
          </a:xfrm>
        </p:spPr>
        <p:txBody>
          <a:bodyPr>
            <a:normAutofit/>
          </a:bodyPr>
          <a:lstStyle/>
          <a:p>
            <a:pPr marL="0" indent="0">
              <a:lnSpc>
                <a:spcPct val="100000"/>
              </a:lnSpc>
              <a:buNone/>
            </a:pPr>
            <a:r>
              <a:rPr lang="en-CA" sz="1500" dirty="0"/>
              <a:t>“For K‑Nearest Neighbors, we first selected the best value of K using an elbow method, testing K from 1 to 20 and plotting accuracy. The optimal choice was </a:t>
            </a:r>
            <a:r>
              <a:rPr lang="en-CA" sz="1500" b="1" dirty="0"/>
              <a:t>K=16</a:t>
            </a:r>
            <a:r>
              <a:rPr lang="en-CA" sz="1500" dirty="0"/>
              <a:t>.</a:t>
            </a:r>
            <a:br>
              <a:rPr lang="en-CA" sz="1500" dirty="0"/>
            </a:br>
            <a:r>
              <a:rPr lang="en-CA" sz="1500" dirty="0"/>
              <a:t>With K=16, KNN reached an </a:t>
            </a:r>
            <a:r>
              <a:rPr lang="en-CA" sz="1500" b="1" dirty="0"/>
              <a:t>accuracy of 84.38%</a:t>
            </a:r>
            <a:r>
              <a:rPr lang="en-CA" sz="1500" dirty="0"/>
              <a:t> and </a:t>
            </a:r>
            <a:r>
              <a:rPr lang="en-CA" sz="1500" b="1" dirty="0"/>
              <a:t>ROC‑AUC of 0.8870</a:t>
            </a:r>
            <a:r>
              <a:rPr lang="en-CA" sz="1500" dirty="0"/>
              <a:t>. Precision for &gt;50K is 0.7203 and recall is 0.5712, with an F1‑score of 0.6372. So KNN performs reasonably well, but it is weaker than Random Forest and Logistic Regression on ROC‑AUC.</a:t>
            </a:r>
            <a:br>
              <a:rPr lang="en-CA" sz="1500" dirty="0"/>
            </a:br>
            <a:r>
              <a:rPr lang="en-CA" sz="1500" dirty="0"/>
              <a:t>Another important point is runtime: KNN has relatively </a:t>
            </a:r>
            <a:r>
              <a:rPr lang="en-CA" sz="1500" b="1" dirty="0"/>
              <a:t>fast training</a:t>
            </a:r>
            <a:r>
              <a:rPr lang="en-CA" sz="1500" dirty="0"/>
              <a:t> (about 0.12 seconds), but </a:t>
            </a:r>
            <a:r>
              <a:rPr lang="en-CA" sz="1500" b="1" dirty="0"/>
              <a:t>slow prediction</a:t>
            </a:r>
            <a:r>
              <a:rPr lang="en-CA" sz="1500" dirty="0"/>
              <a:t> (around 0.20 seconds) because it has to compute distances to many training samples at inference time. That makes it less suitable for real‑time large‑scale deployment.”</a:t>
            </a:r>
            <a:br>
              <a:rPr lang="en-CA" sz="1500" dirty="0"/>
            </a:br>
            <a:endParaRPr lang="en-US" sz="1500" dirty="0"/>
          </a:p>
        </p:txBody>
      </p:sp>
      <p:pic>
        <p:nvPicPr>
          <p:cNvPr id="7" name="Graphic 6" descr="Group">
            <a:extLst>
              <a:ext uri="{FF2B5EF4-FFF2-40B4-BE49-F238E27FC236}">
                <a16:creationId xmlns:a16="http://schemas.microsoft.com/office/drawing/2014/main" id="{633EEB06-546F-C98D-5E79-CA02C890169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235473" y="1200223"/>
            <a:ext cx="4072815" cy="4072815"/>
          </a:xfrm>
          <a:prstGeom prst="rect">
            <a:avLst/>
          </a:prstGeom>
        </p:spPr>
      </p:pic>
      <p:grpSp>
        <p:nvGrpSpPr>
          <p:cNvPr id="20" name="Graphic 185">
            <a:extLst>
              <a:ext uri="{FF2B5EF4-FFF2-40B4-BE49-F238E27FC236}">
                <a16:creationId xmlns:a16="http://schemas.microsoft.com/office/drawing/2014/main" id="{0C156BF8-7FF7-440F-BE2B-417DFFE8BFA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428634" y="5987064"/>
            <a:ext cx="1054466" cy="469689"/>
            <a:chOff x="9841624" y="4115729"/>
            <a:chExt cx="602169" cy="268223"/>
          </a:xfrm>
          <a:solidFill>
            <a:schemeClr val="tx1"/>
          </a:solidFill>
        </p:grpSpPr>
        <p:sp>
          <p:nvSpPr>
            <p:cNvPr id="21" name="Freeform: Shape 20">
              <a:extLst>
                <a:ext uri="{FF2B5EF4-FFF2-40B4-BE49-F238E27FC236}">
                  <a16:creationId xmlns:a16="http://schemas.microsoft.com/office/drawing/2014/main" id="{B7067280-C3E7-4DF6-A345-B9FEF6EF8D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A78365A8-666B-4417-9D3C-554E6E6B2C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E71CAAFA-0A31-4308-AB9F-B1C84ABDF9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417" name="Freeform: Shape 23">
              <a:extLst>
                <a:ext uri="{FF2B5EF4-FFF2-40B4-BE49-F238E27FC236}">
                  <a16:creationId xmlns:a16="http://schemas.microsoft.com/office/drawing/2014/main" id="{96AB1D25-144D-4BB4-A45C-60B8A094F4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069F0FB4-779A-48FC-AC33-784F177C92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0747825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D55A19D-297C-4231-AD1F-08EF9B4AA8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BAB6C56-3D38-4923-996E-BD474BBB91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44600" y="662169"/>
            <a:ext cx="10289033" cy="5694181"/>
          </a:xfrm>
          <a:prstGeom prst="rect">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0CD21DB-082D-417D-A5AB-FC838AF9D9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44600" y="662169"/>
            <a:ext cx="10289033" cy="5694181"/>
          </a:xfrm>
          <a:prstGeom prst="rect">
            <a:avLst/>
          </a:pr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graph and diagram of a graph&#10;&#10;AI-generated content may be incorrect.">
            <a:extLst>
              <a:ext uri="{FF2B5EF4-FFF2-40B4-BE49-F238E27FC236}">
                <a16:creationId xmlns:a16="http://schemas.microsoft.com/office/drawing/2014/main" id="{BC3B7E61-1EFF-DCF6-86E0-100AEF893BA1}"/>
              </a:ext>
            </a:extLst>
          </p:cNvPr>
          <p:cNvPicPr>
            <a:picLocks noChangeAspect="1"/>
          </p:cNvPicPr>
          <p:nvPr/>
        </p:nvPicPr>
        <p:blipFill>
          <a:blip r:embed="rId2"/>
          <a:stretch>
            <a:fillRect/>
          </a:stretch>
        </p:blipFill>
        <p:spPr>
          <a:xfrm>
            <a:off x="1799835" y="1053059"/>
            <a:ext cx="9178561" cy="4751882"/>
          </a:xfrm>
          <a:prstGeom prst="rect">
            <a:avLst/>
          </a:prstGeom>
        </p:spPr>
      </p:pic>
    </p:spTree>
    <p:extLst>
      <p:ext uri="{BB962C8B-B14F-4D97-AF65-F5344CB8AC3E}">
        <p14:creationId xmlns:p14="http://schemas.microsoft.com/office/powerpoint/2010/main" val="36020756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D55A19D-297C-4231-AD1F-08EF9B4AA8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98875539-0E84-455D-BC55-CA2C4BD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3871489" cy="4096327"/>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12" name="Freeform: Shape 11">
            <a:extLst>
              <a:ext uri="{FF2B5EF4-FFF2-40B4-BE49-F238E27FC236}">
                <a16:creationId xmlns:a16="http://schemas.microsoft.com/office/drawing/2014/main" id="{5F9176D7-CC1C-4175-B08A-01FB9F4F3C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47955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solidFill>
            <a:schemeClr val="tx1"/>
          </a:solidFill>
          <a:ln w="9525" cap="flat">
            <a:noFill/>
            <a:prstDash val="solid"/>
            <a:miter/>
          </a:ln>
        </p:spPr>
        <p:txBody>
          <a:bodyPr wrap="square" rtlCol="0" anchor="ctr">
            <a:noAutofit/>
          </a:bodyPr>
          <a:lstStyle/>
          <a:p>
            <a:endParaRPr lang="en-US"/>
          </a:p>
        </p:txBody>
      </p:sp>
      <p:sp>
        <p:nvSpPr>
          <p:cNvPr id="14" name="Freeform: Shape 13">
            <a:extLst>
              <a:ext uri="{FF2B5EF4-FFF2-40B4-BE49-F238E27FC236}">
                <a16:creationId xmlns:a16="http://schemas.microsoft.com/office/drawing/2014/main" id="{D83469C6-FD66-4B54-921B-8031CD42BA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9192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solidFill>
            <a:schemeClr val="tx1"/>
          </a:solidFill>
          <a:ln w="9525" cap="flat">
            <a:noFill/>
            <a:prstDash val="solid"/>
            <a:miter/>
          </a:ln>
        </p:spPr>
        <p:txBody>
          <a:bodyPr wrap="square" rtlCol="0" anchor="ctr">
            <a:noAutofit/>
          </a:bodyPr>
          <a:lstStyle/>
          <a:p>
            <a:endParaRPr lang="en-US"/>
          </a:p>
        </p:txBody>
      </p:sp>
      <p:sp>
        <p:nvSpPr>
          <p:cNvPr id="16" name="Freeform: Shape 15">
            <a:extLst>
              <a:ext uri="{FF2B5EF4-FFF2-40B4-BE49-F238E27FC236}">
                <a16:creationId xmlns:a16="http://schemas.microsoft.com/office/drawing/2014/main" id="{6F0C6814-AEA4-4409-9A89-7AC1D41EB7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871489" cy="4096327"/>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chemeClr val="accent1">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18" name="Freeform: Shape 17">
            <a:extLst>
              <a:ext uri="{FF2B5EF4-FFF2-40B4-BE49-F238E27FC236}">
                <a16:creationId xmlns:a16="http://schemas.microsoft.com/office/drawing/2014/main" id="{6754052F-5B23-433C-8ADA-E8F0F84381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59419" y="3564607"/>
            <a:ext cx="3432581" cy="3293393"/>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20" name="Freeform: Shape 19">
            <a:extLst>
              <a:ext uri="{FF2B5EF4-FFF2-40B4-BE49-F238E27FC236}">
                <a16:creationId xmlns:a16="http://schemas.microsoft.com/office/drawing/2014/main" id="{FB2B180F-0C1C-4489-B089-6B68FD7AB3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59419" y="3564607"/>
            <a:ext cx="3432581" cy="3293393"/>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3">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grpSp>
        <p:nvGrpSpPr>
          <p:cNvPr id="22" name="Graphic 185">
            <a:extLst>
              <a:ext uri="{FF2B5EF4-FFF2-40B4-BE49-F238E27FC236}">
                <a16:creationId xmlns:a16="http://schemas.microsoft.com/office/drawing/2014/main" id="{F8DA0E47-CC59-4007-BDA3-0D5A4CF235D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428634" y="5987064"/>
            <a:ext cx="1054466" cy="469689"/>
            <a:chOff x="9841624" y="4115729"/>
            <a:chExt cx="602169" cy="268223"/>
          </a:xfrm>
          <a:solidFill>
            <a:schemeClr val="tx1"/>
          </a:solidFill>
        </p:grpSpPr>
        <p:sp>
          <p:nvSpPr>
            <p:cNvPr id="23" name="Freeform: Shape 22">
              <a:extLst>
                <a:ext uri="{FF2B5EF4-FFF2-40B4-BE49-F238E27FC236}">
                  <a16:creationId xmlns:a16="http://schemas.microsoft.com/office/drawing/2014/main" id="{DC833CFE-926B-4F47-AB28-ADB4F7697D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E80DE9A3-5BAC-492E-BEA8-AFF33894D8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E4C461C6-EC83-4CF8-BA68-8B3D52D31E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0164B2AB-B7D6-4349-9A36-E6775B5F81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FF3243-BD09-43B6-805F-FD18ECF5C9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pic>
        <p:nvPicPr>
          <p:cNvPr id="3" name="Picture 2" descr="A graph with a line&#10;&#10;AI-generated content may be incorrect.">
            <a:extLst>
              <a:ext uri="{FF2B5EF4-FFF2-40B4-BE49-F238E27FC236}">
                <a16:creationId xmlns:a16="http://schemas.microsoft.com/office/drawing/2014/main" id="{E1BA8982-9F64-4A84-7FA1-5E2FDBB842E2}"/>
              </a:ext>
            </a:extLst>
          </p:cNvPr>
          <p:cNvPicPr>
            <a:picLocks noChangeAspect="1"/>
          </p:cNvPicPr>
          <p:nvPr/>
        </p:nvPicPr>
        <p:blipFill>
          <a:blip r:embed="rId2"/>
          <a:srcRect r="11110" b="-1"/>
          <a:stretch>
            <a:fillRect/>
          </a:stretch>
        </p:blipFill>
        <p:spPr>
          <a:xfrm>
            <a:off x="1280667" y="720375"/>
            <a:ext cx="9630666" cy="5417250"/>
          </a:xfrm>
          <a:prstGeom prst="rect">
            <a:avLst/>
          </a:prstGeom>
          <a:ln w="28575">
            <a:solidFill>
              <a:schemeClr val="tx1"/>
            </a:solidFill>
          </a:ln>
        </p:spPr>
      </p:pic>
    </p:spTree>
    <p:extLst>
      <p:ext uri="{BB962C8B-B14F-4D97-AF65-F5344CB8AC3E}">
        <p14:creationId xmlns:p14="http://schemas.microsoft.com/office/powerpoint/2010/main" val="9579047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4E0A5C5C-2A95-428E-9F6A-0D29EBD57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1056F38F-7C4E-461D-8709-7D0024AE1F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4" name="Oval 13">
            <a:extLst>
              <a:ext uri="{FF2B5EF4-FFF2-40B4-BE49-F238E27FC236}">
                <a16:creationId xmlns:a16="http://schemas.microsoft.com/office/drawing/2014/main" id="{C7278469-3C3C-49CE-AEEE-E176A4900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2B68208-E34E-B286-1A65-88F2B91654D3}"/>
              </a:ext>
            </a:extLst>
          </p:cNvPr>
          <p:cNvSpPr>
            <a:spLocks noGrp="1"/>
          </p:cNvSpPr>
          <p:nvPr>
            <p:ph type="title"/>
          </p:nvPr>
        </p:nvSpPr>
        <p:spPr>
          <a:xfrm>
            <a:off x="1102368" y="1877492"/>
            <a:ext cx="4030132" cy="3215373"/>
          </a:xfrm>
        </p:spPr>
        <p:txBody>
          <a:bodyPr>
            <a:normAutofit/>
          </a:bodyPr>
          <a:lstStyle/>
          <a:p>
            <a:pPr algn="ctr"/>
            <a:r>
              <a:rPr lang="en-CA" b="1" dirty="0"/>
              <a:t>Decision Tree </a:t>
            </a:r>
            <a:endParaRPr lang="en-US" b="1"/>
          </a:p>
        </p:txBody>
      </p:sp>
      <p:grpSp>
        <p:nvGrpSpPr>
          <p:cNvPr id="16" name="Group 15">
            <a:extLst>
              <a:ext uri="{FF2B5EF4-FFF2-40B4-BE49-F238E27FC236}">
                <a16:creationId xmlns:a16="http://schemas.microsoft.com/office/drawing/2014/main" id="{93DC754C-7E09-422D-A8BB-AF632E90DF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tx1"/>
          </a:solidFill>
        </p:grpSpPr>
        <p:sp>
          <p:nvSpPr>
            <p:cNvPr id="17" name="Freeform: Shape 16">
              <a:extLst>
                <a:ext uri="{FF2B5EF4-FFF2-40B4-BE49-F238E27FC236}">
                  <a16:creationId xmlns:a16="http://schemas.microsoft.com/office/drawing/2014/main" id="{C5A741B9-65EC-4C5B-9FE0-4A1857577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8" name="Freeform: Shape 17">
              <a:extLst>
                <a:ext uri="{FF2B5EF4-FFF2-40B4-BE49-F238E27FC236}">
                  <a16:creationId xmlns:a16="http://schemas.microsoft.com/office/drawing/2014/main" id="{C0BB4301-41FA-4453-956F-A11CC664B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dirty="0"/>
            </a:p>
          </p:txBody>
        </p:sp>
      </p:grpSp>
      <p:sp>
        <p:nvSpPr>
          <p:cNvPr id="20" name="Graphic 212">
            <a:extLst>
              <a:ext uri="{FF2B5EF4-FFF2-40B4-BE49-F238E27FC236}">
                <a16:creationId xmlns:a16="http://schemas.microsoft.com/office/drawing/2014/main" id="{4C6598AB-1C17-4D54-951C-A082D94AC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Graphic 212">
            <a:extLst>
              <a:ext uri="{FF2B5EF4-FFF2-40B4-BE49-F238E27FC236}">
                <a16:creationId xmlns:a16="http://schemas.microsoft.com/office/drawing/2014/main" id="{C83B66D7-137D-4AC1-B172-53D60F08B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Oval 34">
            <a:extLst>
              <a:ext uri="{FF2B5EF4-FFF2-40B4-BE49-F238E27FC236}">
                <a16:creationId xmlns:a16="http://schemas.microsoft.com/office/drawing/2014/main" id="{F6B92503-6984-4D15-8B98-8718709B7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6" name="Oval 35">
            <a:extLst>
              <a:ext uri="{FF2B5EF4-FFF2-40B4-BE49-F238E27FC236}">
                <a16:creationId xmlns:a16="http://schemas.microsoft.com/office/drawing/2014/main" id="{08DDF938-524E-4C18-A47D-C00627832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C51F5C91-2CE5-5185-89C5-27D0C29A75F5}"/>
              </a:ext>
            </a:extLst>
          </p:cNvPr>
          <p:cNvSpPr>
            <a:spLocks noGrp="1"/>
          </p:cNvSpPr>
          <p:nvPr>
            <p:ph idx="1"/>
          </p:nvPr>
        </p:nvSpPr>
        <p:spPr>
          <a:xfrm>
            <a:off x="6234868" y="1130846"/>
            <a:ext cx="5217173" cy="4351338"/>
          </a:xfrm>
        </p:spPr>
        <p:txBody>
          <a:bodyPr>
            <a:normAutofit/>
          </a:bodyPr>
          <a:lstStyle/>
          <a:p>
            <a:pPr marL="0" indent="0">
              <a:lnSpc>
                <a:spcPct val="100000"/>
              </a:lnSpc>
              <a:buNone/>
            </a:pPr>
            <a:r>
              <a:rPr lang="en-CA" sz="1500"/>
              <a:t>“For the Decision Tree model, we used DecisionTreeClassifier and tuned the hyperparameters max_depth, min_samples_leaf, and criterion with GridSearchCV. The best tree used </a:t>
            </a:r>
            <a:r>
              <a:rPr lang="en-CA" sz="1500" b="1"/>
              <a:t>entropy</a:t>
            </a:r>
            <a:r>
              <a:rPr lang="en-CA" sz="1500"/>
              <a:t> as the criterion, max_depth=10, and min_samples_leaf=10, which helps prevent overfitting.</a:t>
            </a:r>
            <a:br>
              <a:rPr lang="en-CA" sz="1500"/>
            </a:br>
            <a:r>
              <a:rPr lang="en-CA" sz="1500"/>
              <a:t>The tuned Decision Tree achieved </a:t>
            </a:r>
            <a:r>
              <a:rPr lang="en-CA" sz="1500" b="1"/>
              <a:t>85.13% accuracy</a:t>
            </a:r>
            <a:r>
              <a:rPr lang="en-CA" sz="1500"/>
              <a:t>, </a:t>
            </a:r>
            <a:r>
              <a:rPr lang="en-CA" sz="1500" b="1"/>
              <a:t>ROC‑AUC of 0.8985</a:t>
            </a:r>
            <a:r>
              <a:rPr lang="en-CA" sz="1500"/>
              <a:t>, and </a:t>
            </a:r>
            <a:r>
              <a:rPr lang="en-CA" sz="1500" b="1"/>
              <a:t>precision 0.7579</a:t>
            </a:r>
            <a:r>
              <a:rPr lang="en-CA" sz="1500"/>
              <a:t> with recall 0.5592 for the &gt;50K class. This is the </a:t>
            </a:r>
            <a:r>
              <a:rPr lang="en-CA" sz="1500" b="1"/>
              <a:t>highest precision</a:t>
            </a:r>
            <a:r>
              <a:rPr lang="en-CA" sz="1500"/>
              <a:t> among all models, meaning when it predicts &gt;50K, it is often correct, but it misses more of the actual positives.</a:t>
            </a:r>
            <a:br>
              <a:rPr lang="en-CA" sz="1500"/>
            </a:br>
            <a:r>
              <a:rPr lang="en-CA" sz="1500"/>
              <a:t>We also visualized the top three levels of the tree, which makes the model interpretable. And in terms of speed, Decision Tree has the </a:t>
            </a:r>
            <a:r>
              <a:rPr lang="en-CA" sz="1500" b="1"/>
              <a:t>fastest prediction time at about 0.006 seconds</a:t>
            </a:r>
            <a:r>
              <a:rPr lang="en-CA" sz="1500"/>
              <a:t>, making it very attractive for real‑time applications.”</a:t>
            </a:r>
            <a:endParaRPr lang="en-US" sz="1500"/>
          </a:p>
        </p:txBody>
      </p:sp>
      <p:grpSp>
        <p:nvGrpSpPr>
          <p:cNvPr id="37" name="Graphic 185">
            <a:extLst>
              <a:ext uri="{FF2B5EF4-FFF2-40B4-BE49-F238E27FC236}">
                <a16:creationId xmlns:a16="http://schemas.microsoft.com/office/drawing/2014/main" id="{3773FAF5-C452-4455-9411-D6AF5EBD4C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581034" y="5750136"/>
            <a:ext cx="1054466" cy="469689"/>
            <a:chOff x="9841624" y="4115729"/>
            <a:chExt cx="602169" cy="268223"/>
          </a:xfrm>
          <a:solidFill>
            <a:schemeClr val="tx1"/>
          </a:solidFill>
        </p:grpSpPr>
        <p:sp>
          <p:nvSpPr>
            <p:cNvPr id="38" name="Freeform: Shape 28">
              <a:extLst>
                <a:ext uri="{FF2B5EF4-FFF2-40B4-BE49-F238E27FC236}">
                  <a16:creationId xmlns:a16="http://schemas.microsoft.com/office/drawing/2014/main" id="{1ECA0D96-F63C-4F7B-BE16-0F3FE76D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9" name="Freeform: Shape 29">
              <a:extLst>
                <a:ext uri="{FF2B5EF4-FFF2-40B4-BE49-F238E27FC236}">
                  <a16:creationId xmlns:a16="http://schemas.microsoft.com/office/drawing/2014/main" id="{74F83A81-0546-400A-918A-90C9C48B81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40" name="Freeform: Shape 30">
              <a:extLst>
                <a:ext uri="{FF2B5EF4-FFF2-40B4-BE49-F238E27FC236}">
                  <a16:creationId xmlns:a16="http://schemas.microsoft.com/office/drawing/2014/main" id="{9741F692-A5B6-4215-86D9-B1FD4FF2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41" name="Freeform: Shape 31">
              <a:extLst>
                <a:ext uri="{FF2B5EF4-FFF2-40B4-BE49-F238E27FC236}">
                  <a16:creationId xmlns:a16="http://schemas.microsoft.com/office/drawing/2014/main" id="{CC0876CB-9C60-4580-8FED-CD64EC766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A879B3B7-48DB-4D3A-BB33-02766EAD3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6041807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D55A19D-297C-4231-AD1F-08EF9B4AA8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BAB6C56-3D38-4923-996E-BD474BBB91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44600" y="662169"/>
            <a:ext cx="10289033" cy="5694181"/>
          </a:xfrm>
          <a:prstGeom prst="rect">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0CD21DB-082D-417D-A5AB-FC838AF9D9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44600" y="662169"/>
            <a:ext cx="10289033" cy="5694181"/>
          </a:xfrm>
          <a:prstGeom prst="rect">
            <a:avLst/>
          </a:pr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C3AFB2E6-F490-3BDB-7F1E-DE193249FD0C}"/>
              </a:ext>
            </a:extLst>
          </p:cNvPr>
          <p:cNvPicPr>
            <a:picLocks noChangeAspect="1"/>
          </p:cNvPicPr>
          <p:nvPr/>
        </p:nvPicPr>
        <p:blipFill>
          <a:blip r:embed="rId2"/>
          <a:stretch>
            <a:fillRect/>
          </a:stretch>
        </p:blipFill>
        <p:spPr>
          <a:xfrm>
            <a:off x="1882281" y="1210455"/>
            <a:ext cx="9013669" cy="4437089"/>
          </a:xfrm>
          <a:prstGeom prst="rect">
            <a:avLst/>
          </a:prstGeom>
        </p:spPr>
      </p:pic>
    </p:spTree>
    <p:extLst>
      <p:ext uri="{BB962C8B-B14F-4D97-AF65-F5344CB8AC3E}">
        <p14:creationId xmlns:p14="http://schemas.microsoft.com/office/powerpoint/2010/main" val="12613127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D55A19D-297C-4231-AD1F-08EF9B4AA8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BAB6C56-3D38-4923-996E-BD474BBB91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44600" y="662169"/>
            <a:ext cx="10289033" cy="5694181"/>
          </a:xfrm>
          <a:prstGeom prst="rect">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0CD21DB-082D-417D-A5AB-FC838AF9D9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44600" y="662169"/>
            <a:ext cx="10289033" cy="5694181"/>
          </a:xfrm>
          <a:prstGeom prst="rect">
            <a:avLst/>
          </a:pr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diagram of a tree&#10;&#10;AI-generated content may be incorrect.">
            <a:extLst>
              <a:ext uri="{FF2B5EF4-FFF2-40B4-BE49-F238E27FC236}">
                <a16:creationId xmlns:a16="http://schemas.microsoft.com/office/drawing/2014/main" id="{CC981382-62EE-AC7B-8566-89EA3AE7DE24}"/>
              </a:ext>
            </a:extLst>
          </p:cNvPr>
          <p:cNvPicPr>
            <a:picLocks noChangeAspect="1"/>
          </p:cNvPicPr>
          <p:nvPr/>
        </p:nvPicPr>
        <p:blipFill>
          <a:blip r:embed="rId2"/>
          <a:stretch>
            <a:fillRect/>
          </a:stretch>
        </p:blipFill>
        <p:spPr>
          <a:xfrm>
            <a:off x="1473129" y="899410"/>
            <a:ext cx="9831974" cy="5156616"/>
          </a:xfrm>
          <a:prstGeom prst="rect">
            <a:avLst/>
          </a:prstGeom>
        </p:spPr>
      </p:pic>
    </p:spTree>
    <p:extLst>
      <p:ext uri="{BB962C8B-B14F-4D97-AF65-F5344CB8AC3E}">
        <p14:creationId xmlns:p14="http://schemas.microsoft.com/office/powerpoint/2010/main" val="39125009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B96C72-6CAE-2610-1154-C61D9B3BED8F}"/>
            </a:ext>
          </a:extLst>
        </p:cNvPr>
        <p:cNvGrpSpPr/>
        <p:nvPr/>
      </p:nvGrpSpPr>
      <p:grpSpPr>
        <a:xfrm>
          <a:off x="0" y="0"/>
          <a:ext cx="0" cy="0"/>
          <a:chOff x="0" y="0"/>
          <a:chExt cx="0" cy="0"/>
        </a:xfrm>
      </p:grpSpPr>
      <p:grpSp>
        <p:nvGrpSpPr>
          <p:cNvPr id="46" name="Graphic 185">
            <a:extLst>
              <a:ext uri="{FF2B5EF4-FFF2-40B4-BE49-F238E27FC236}">
                <a16:creationId xmlns:a16="http://schemas.microsoft.com/office/drawing/2014/main" id="{773CCE17-EE0F-40E0-B7AE-CF7677B6470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999576" y="5987064"/>
            <a:ext cx="1054466" cy="469689"/>
            <a:chOff x="9841624" y="4115729"/>
            <a:chExt cx="602169" cy="268223"/>
          </a:xfrm>
          <a:solidFill>
            <a:schemeClr val="tx1"/>
          </a:solidFill>
        </p:grpSpPr>
        <p:sp>
          <p:nvSpPr>
            <p:cNvPr id="47" name="Freeform: Shape 46">
              <a:extLst>
                <a:ext uri="{FF2B5EF4-FFF2-40B4-BE49-F238E27FC236}">
                  <a16:creationId xmlns:a16="http://schemas.microsoft.com/office/drawing/2014/main" id="{B0AC6C4E-6EA5-454A-AB84-8B94D8B585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B4329338-925B-4677-BA6E-4357D37DB5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334C0A08-043F-4818-BA1D-BCC9F811A8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DCB185DD-ED0D-4633-8098-95C4A6F177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2AD50526-B611-40B6-BB45-AE82F0EF59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53" name="Oval 52">
            <a:extLst>
              <a:ext uri="{FF2B5EF4-FFF2-40B4-BE49-F238E27FC236}">
                <a16:creationId xmlns:a16="http://schemas.microsoft.com/office/drawing/2014/main" id="{70CCC791-94D7-4BB8-9EDF-423CEA1F62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0736" y="652894"/>
            <a:ext cx="319941" cy="319941"/>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useBgFill="1">
        <p:nvSpPr>
          <p:cNvPr id="55" name="Rectangle 54">
            <a:extLst>
              <a:ext uri="{FF2B5EF4-FFF2-40B4-BE49-F238E27FC236}">
                <a16:creationId xmlns:a16="http://schemas.microsoft.com/office/drawing/2014/main" id="{ED55A19D-297C-4231-AD1F-08EF9B4AA8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Freeform: Shape 56">
            <a:extLst>
              <a:ext uri="{FF2B5EF4-FFF2-40B4-BE49-F238E27FC236}">
                <a16:creationId xmlns:a16="http://schemas.microsoft.com/office/drawing/2014/main" id="{98875539-0E84-455D-BC55-CA2C4BD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3871489" cy="4096327"/>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59" name="Freeform: Shape 58">
            <a:extLst>
              <a:ext uri="{FF2B5EF4-FFF2-40B4-BE49-F238E27FC236}">
                <a16:creationId xmlns:a16="http://schemas.microsoft.com/office/drawing/2014/main" id="{5F9176D7-CC1C-4175-B08A-01FB9F4F3C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47955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solidFill>
            <a:schemeClr val="tx1"/>
          </a:solidFill>
          <a:ln w="9525" cap="flat">
            <a:noFill/>
            <a:prstDash val="solid"/>
            <a:miter/>
          </a:ln>
        </p:spPr>
        <p:txBody>
          <a:bodyPr wrap="square" rtlCol="0" anchor="ctr">
            <a:noAutofit/>
          </a:bodyPr>
          <a:lstStyle/>
          <a:p>
            <a:endParaRPr lang="en-US"/>
          </a:p>
        </p:txBody>
      </p:sp>
      <p:sp>
        <p:nvSpPr>
          <p:cNvPr id="61" name="Freeform: Shape 60">
            <a:extLst>
              <a:ext uri="{FF2B5EF4-FFF2-40B4-BE49-F238E27FC236}">
                <a16:creationId xmlns:a16="http://schemas.microsoft.com/office/drawing/2014/main" id="{D83469C6-FD66-4B54-921B-8031CD42BA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9192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solidFill>
            <a:schemeClr val="tx1"/>
          </a:solidFill>
          <a:ln w="9525" cap="flat">
            <a:noFill/>
            <a:prstDash val="solid"/>
            <a:miter/>
          </a:ln>
        </p:spPr>
        <p:txBody>
          <a:bodyPr wrap="square" rtlCol="0" anchor="ctr">
            <a:noAutofit/>
          </a:bodyPr>
          <a:lstStyle/>
          <a:p>
            <a:endParaRPr lang="en-US"/>
          </a:p>
        </p:txBody>
      </p:sp>
      <p:sp>
        <p:nvSpPr>
          <p:cNvPr id="63" name="Freeform: Shape 62">
            <a:extLst>
              <a:ext uri="{FF2B5EF4-FFF2-40B4-BE49-F238E27FC236}">
                <a16:creationId xmlns:a16="http://schemas.microsoft.com/office/drawing/2014/main" id="{6F0C6814-AEA4-4409-9A89-7AC1D41EB7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871489" cy="4096327"/>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chemeClr val="accent1">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65" name="Freeform: Shape 64">
            <a:extLst>
              <a:ext uri="{FF2B5EF4-FFF2-40B4-BE49-F238E27FC236}">
                <a16:creationId xmlns:a16="http://schemas.microsoft.com/office/drawing/2014/main" id="{6754052F-5B23-433C-8ADA-E8F0F84381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59419" y="3564607"/>
            <a:ext cx="3432581" cy="3293393"/>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67" name="Freeform: Shape 66">
            <a:extLst>
              <a:ext uri="{FF2B5EF4-FFF2-40B4-BE49-F238E27FC236}">
                <a16:creationId xmlns:a16="http://schemas.microsoft.com/office/drawing/2014/main" id="{FB2B180F-0C1C-4489-B089-6B68FD7AB3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59419" y="3564607"/>
            <a:ext cx="3432581" cy="3293393"/>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3">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grpSp>
        <p:nvGrpSpPr>
          <p:cNvPr id="69" name="Graphic 185">
            <a:extLst>
              <a:ext uri="{FF2B5EF4-FFF2-40B4-BE49-F238E27FC236}">
                <a16:creationId xmlns:a16="http://schemas.microsoft.com/office/drawing/2014/main" id="{F8DA0E47-CC59-4007-BDA3-0D5A4CF235D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428634" y="5987064"/>
            <a:ext cx="1054466" cy="469689"/>
            <a:chOff x="9841624" y="4115729"/>
            <a:chExt cx="602169" cy="268223"/>
          </a:xfrm>
          <a:solidFill>
            <a:schemeClr val="tx1"/>
          </a:solidFill>
        </p:grpSpPr>
        <p:sp>
          <p:nvSpPr>
            <p:cNvPr id="70" name="Freeform: Shape 69">
              <a:extLst>
                <a:ext uri="{FF2B5EF4-FFF2-40B4-BE49-F238E27FC236}">
                  <a16:creationId xmlns:a16="http://schemas.microsoft.com/office/drawing/2014/main" id="{DC833CFE-926B-4F47-AB28-ADB4F7697D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E80DE9A3-5BAC-492E-BEA8-AFF33894D8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E4C461C6-EC83-4CF8-BA68-8B3D52D31E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0164B2AB-B7D6-4349-9A36-E6775B5F81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DEFF3243-BD09-43B6-805F-FD18ECF5C9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2" name="Title 1">
            <a:extLst>
              <a:ext uri="{FF2B5EF4-FFF2-40B4-BE49-F238E27FC236}">
                <a16:creationId xmlns:a16="http://schemas.microsoft.com/office/drawing/2014/main" id="{CBCBE819-8D77-E7D6-2491-92B387DD7437}"/>
              </a:ext>
            </a:extLst>
          </p:cNvPr>
          <p:cNvSpPr>
            <a:spLocks noGrp="1"/>
          </p:cNvSpPr>
          <p:nvPr>
            <p:ph type="title"/>
          </p:nvPr>
        </p:nvSpPr>
        <p:spPr>
          <a:xfrm>
            <a:off x="838200" y="1195697"/>
            <a:ext cx="3465786" cy="4238118"/>
          </a:xfrm>
        </p:spPr>
        <p:txBody>
          <a:bodyPr>
            <a:normAutofit/>
          </a:bodyPr>
          <a:lstStyle/>
          <a:p>
            <a:r>
              <a:rPr lang="en-CA" sz="4100" b="1" dirty="0"/>
              <a:t>Performance 	Result</a:t>
            </a:r>
            <a:endParaRPr lang="en-US" sz="4100" dirty="0"/>
          </a:p>
        </p:txBody>
      </p:sp>
      <p:graphicFrame>
        <p:nvGraphicFramePr>
          <p:cNvPr id="41" name="Content Placeholder 2">
            <a:extLst>
              <a:ext uri="{FF2B5EF4-FFF2-40B4-BE49-F238E27FC236}">
                <a16:creationId xmlns:a16="http://schemas.microsoft.com/office/drawing/2014/main" id="{56982CB2-8A88-A9A9-A9EB-03FDBD5C4857}"/>
              </a:ext>
            </a:extLst>
          </p:cNvPr>
          <p:cNvGraphicFramePr>
            <a:graphicFrameLocks noGrp="1"/>
          </p:cNvGraphicFramePr>
          <p:nvPr>
            <p:ph idx="1"/>
            <p:extLst>
              <p:ext uri="{D42A27DB-BD31-4B8C-83A1-F6EECF244321}">
                <p14:modId xmlns:p14="http://schemas.microsoft.com/office/powerpoint/2010/main" val="4267727314"/>
              </p:ext>
            </p:extLst>
          </p:nvPr>
        </p:nvGraphicFramePr>
        <p:xfrm>
          <a:off x="4782386" y="447277"/>
          <a:ext cx="6571413" cy="572968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516788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D55A19D-297C-4231-AD1F-08EF9B4AA8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98875539-0E84-455D-BC55-CA2C4BD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3871489" cy="4096327"/>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12" name="Freeform: Shape 11">
            <a:extLst>
              <a:ext uri="{FF2B5EF4-FFF2-40B4-BE49-F238E27FC236}">
                <a16:creationId xmlns:a16="http://schemas.microsoft.com/office/drawing/2014/main" id="{5F9176D7-CC1C-4175-B08A-01FB9F4F3C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47955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solidFill>
            <a:schemeClr val="tx1"/>
          </a:solidFill>
          <a:ln w="9525" cap="flat">
            <a:noFill/>
            <a:prstDash val="solid"/>
            <a:miter/>
          </a:ln>
        </p:spPr>
        <p:txBody>
          <a:bodyPr wrap="square" rtlCol="0" anchor="ctr">
            <a:noAutofit/>
          </a:bodyPr>
          <a:lstStyle/>
          <a:p>
            <a:endParaRPr lang="en-US"/>
          </a:p>
        </p:txBody>
      </p:sp>
      <p:sp>
        <p:nvSpPr>
          <p:cNvPr id="14" name="Freeform: Shape 13">
            <a:extLst>
              <a:ext uri="{FF2B5EF4-FFF2-40B4-BE49-F238E27FC236}">
                <a16:creationId xmlns:a16="http://schemas.microsoft.com/office/drawing/2014/main" id="{D83469C6-FD66-4B54-921B-8031CD42BA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9192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solidFill>
            <a:schemeClr val="tx1"/>
          </a:solidFill>
          <a:ln w="9525" cap="flat">
            <a:noFill/>
            <a:prstDash val="solid"/>
            <a:miter/>
          </a:ln>
        </p:spPr>
        <p:txBody>
          <a:bodyPr wrap="square" rtlCol="0" anchor="ctr">
            <a:noAutofit/>
          </a:bodyPr>
          <a:lstStyle/>
          <a:p>
            <a:endParaRPr lang="en-US"/>
          </a:p>
        </p:txBody>
      </p:sp>
      <p:sp>
        <p:nvSpPr>
          <p:cNvPr id="16" name="Freeform: Shape 15">
            <a:extLst>
              <a:ext uri="{FF2B5EF4-FFF2-40B4-BE49-F238E27FC236}">
                <a16:creationId xmlns:a16="http://schemas.microsoft.com/office/drawing/2014/main" id="{6F0C6814-AEA4-4409-9A89-7AC1D41EB7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871489" cy="4096327"/>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chemeClr val="accent1">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18" name="Freeform: Shape 17">
            <a:extLst>
              <a:ext uri="{FF2B5EF4-FFF2-40B4-BE49-F238E27FC236}">
                <a16:creationId xmlns:a16="http://schemas.microsoft.com/office/drawing/2014/main" id="{6754052F-5B23-433C-8ADA-E8F0F84381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59419" y="3564607"/>
            <a:ext cx="3432581" cy="3293393"/>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20" name="Freeform: Shape 19">
            <a:extLst>
              <a:ext uri="{FF2B5EF4-FFF2-40B4-BE49-F238E27FC236}">
                <a16:creationId xmlns:a16="http://schemas.microsoft.com/office/drawing/2014/main" id="{FB2B180F-0C1C-4489-B089-6B68FD7AB3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59419" y="3564607"/>
            <a:ext cx="3432581" cy="3293393"/>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3">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grpSp>
        <p:nvGrpSpPr>
          <p:cNvPr id="22" name="Graphic 185">
            <a:extLst>
              <a:ext uri="{FF2B5EF4-FFF2-40B4-BE49-F238E27FC236}">
                <a16:creationId xmlns:a16="http://schemas.microsoft.com/office/drawing/2014/main" id="{F8DA0E47-CC59-4007-BDA3-0D5A4CF235D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428634" y="5987064"/>
            <a:ext cx="1054466" cy="469689"/>
            <a:chOff x="9841624" y="4115729"/>
            <a:chExt cx="602169" cy="268223"/>
          </a:xfrm>
          <a:solidFill>
            <a:schemeClr val="tx1"/>
          </a:solidFill>
        </p:grpSpPr>
        <p:sp>
          <p:nvSpPr>
            <p:cNvPr id="23" name="Freeform: Shape 22">
              <a:extLst>
                <a:ext uri="{FF2B5EF4-FFF2-40B4-BE49-F238E27FC236}">
                  <a16:creationId xmlns:a16="http://schemas.microsoft.com/office/drawing/2014/main" id="{DC833CFE-926B-4F47-AB28-ADB4F7697D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E80DE9A3-5BAC-492E-BEA8-AFF33894D8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E4C461C6-EC83-4CF8-BA68-8B3D52D31E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0164B2AB-B7D6-4349-9A36-E6775B5F81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FF3243-BD09-43B6-805F-FD18ECF5C9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pic>
        <p:nvPicPr>
          <p:cNvPr id="3" name="Picture 2" descr="A graph of a graph showing different colored squares&#10;&#10;AI-generated content may be incorrect.">
            <a:extLst>
              <a:ext uri="{FF2B5EF4-FFF2-40B4-BE49-F238E27FC236}">
                <a16:creationId xmlns:a16="http://schemas.microsoft.com/office/drawing/2014/main" id="{91986F38-B99E-BF0C-0E9B-2E61ACD18A0F}"/>
              </a:ext>
            </a:extLst>
          </p:cNvPr>
          <p:cNvPicPr>
            <a:picLocks noChangeAspect="1"/>
          </p:cNvPicPr>
          <p:nvPr/>
        </p:nvPicPr>
        <p:blipFill>
          <a:blip r:embed="rId2"/>
          <a:srcRect l="1333"/>
          <a:stretch>
            <a:fillRect/>
          </a:stretch>
        </p:blipFill>
        <p:spPr>
          <a:xfrm>
            <a:off x="1280667" y="720375"/>
            <a:ext cx="9630666" cy="5417250"/>
          </a:xfrm>
          <a:prstGeom prst="rect">
            <a:avLst/>
          </a:prstGeom>
          <a:ln w="28575">
            <a:solidFill>
              <a:schemeClr val="tx1"/>
            </a:solidFill>
          </a:ln>
        </p:spPr>
      </p:pic>
    </p:spTree>
    <p:extLst>
      <p:ext uri="{BB962C8B-B14F-4D97-AF65-F5344CB8AC3E}">
        <p14:creationId xmlns:p14="http://schemas.microsoft.com/office/powerpoint/2010/main" val="8783447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0" name="Graphic 185">
            <a:extLst>
              <a:ext uri="{FF2B5EF4-FFF2-40B4-BE49-F238E27FC236}">
                <a16:creationId xmlns:a16="http://schemas.microsoft.com/office/drawing/2014/main" id="{8A351602-3772-4279-B0D3-A523F6F6EAB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999576" y="5987064"/>
            <a:ext cx="1054466" cy="469689"/>
            <a:chOff x="9841624" y="4115729"/>
            <a:chExt cx="602169" cy="268223"/>
          </a:xfrm>
          <a:solidFill>
            <a:schemeClr val="tx1"/>
          </a:solidFill>
        </p:grpSpPr>
        <p:sp>
          <p:nvSpPr>
            <p:cNvPr id="11" name="Freeform: Shape 10">
              <a:extLst>
                <a:ext uri="{FF2B5EF4-FFF2-40B4-BE49-F238E27FC236}">
                  <a16:creationId xmlns:a16="http://schemas.microsoft.com/office/drawing/2014/main" id="{A5AAAA75-5FFB-4C07-AD4A-3146773E6C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1479895E-3847-44BB-8404-28F14219FB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50E02F68-8149-4236-8D9F-6B550F78B9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4" name="Freeform: Shape 13">
              <a:extLst>
                <a:ext uri="{FF2B5EF4-FFF2-40B4-BE49-F238E27FC236}">
                  <a16:creationId xmlns:a16="http://schemas.microsoft.com/office/drawing/2014/main" id="{956FCAAB-F073-4561-A484-42C7DD10DC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6CF8DB94-87A3-43E9-9BBB-301CFF0FB0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7D6BF779-0B8C-4CC2-9268-9506AD0C53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0736" y="652894"/>
            <a:ext cx="319941" cy="319941"/>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useBgFill="1">
        <p:nvSpPr>
          <p:cNvPr id="19" name="Rectangle 18">
            <a:extLst>
              <a:ext uri="{FF2B5EF4-FFF2-40B4-BE49-F238E27FC236}">
                <a16:creationId xmlns:a16="http://schemas.microsoft.com/office/drawing/2014/main" id="{3A397E3E-B90C-4D82-BAAA-36F7AC6A45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1" name="Group 20">
            <a:extLst>
              <a:ext uri="{FF2B5EF4-FFF2-40B4-BE49-F238E27FC236}">
                <a16:creationId xmlns:a16="http://schemas.microsoft.com/office/drawing/2014/main" id="{0F0C2E5D-B08F-4A99-9D15-59D33148FE0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47167"/>
            <a:ext cx="1861854" cy="717514"/>
            <a:chOff x="0" y="238499"/>
            <a:chExt cx="1861854" cy="717514"/>
          </a:xfrm>
        </p:grpSpPr>
        <p:grpSp>
          <p:nvGrpSpPr>
            <p:cNvPr id="22" name="Group 21">
              <a:extLst>
                <a:ext uri="{FF2B5EF4-FFF2-40B4-BE49-F238E27FC236}">
                  <a16:creationId xmlns:a16="http://schemas.microsoft.com/office/drawing/2014/main" id="{07B8F35D-FB89-4C40-8A99-E46DDA02132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0" y="238499"/>
              <a:ext cx="1861854" cy="717514"/>
              <a:chOff x="0" y="604259"/>
              <a:chExt cx="1861854" cy="717514"/>
            </a:xfrm>
            <a:solidFill>
              <a:srgbClr val="FFFFFF"/>
            </a:solidFill>
          </p:grpSpPr>
          <p:sp>
            <p:nvSpPr>
              <p:cNvPr id="26" name="Freeform: Shape 25">
                <a:extLst>
                  <a:ext uri="{FF2B5EF4-FFF2-40B4-BE49-F238E27FC236}">
                    <a16:creationId xmlns:a16="http://schemas.microsoft.com/office/drawing/2014/main" id="{E16C8D8F-10E9-4498-ABDB-0F923F8B68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604259"/>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27" name="Freeform: Shape 26">
                <a:extLst>
                  <a:ext uri="{FF2B5EF4-FFF2-40B4-BE49-F238E27FC236}">
                    <a16:creationId xmlns:a16="http://schemas.microsoft.com/office/drawing/2014/main" id="{1E5A83E3-8A11-4492-BB6E-F5F2240316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043994"/>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grpSp>
          <p:nvGrpSpPr>
            <p:cNvPr id="23" name="Group 22">
              <a:extLst>
                <a:ext uri="{FF2B5EF4-FFF2-40B4-BE49-F238E27FC236}">
                  <a16:creationId xmlns:a16="http://schemas.microsoft.com/office/drawing/2014/main" id="{55FC669C-CD13-4F4A-AFFF-4029D34F2DB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0" y="238499"/>
              <a:ext cx="1861854" cy="717514"/>
              <a:chOff x="0" y="604259"/>
              <a:chExt cx="1861854" cy="717514"/>
            </a:xfrm>
            <a:solidFill>
              <a:schemeClr val="tx1"/>
            </a:solidFill>
          </p:grpSpPr>
          <p:sp>
            <p:nvSpPr>
              <p:cNvPr id="24" name="Freeform: Shape 23">
                <a:extLst>
                  <a:ext uri="{FF2B5EF4-FFF2-40B4-BE49-F238E27FC236}">
                    <a16:creationId xmlns:a16="http://schemas.microsoft.com/office/drawing/2014/main" id="{6617B5AA-8A0D-41D3-B2EF-8BC53E3B7D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604259"/>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25" name="Freeform: Shape 24">
                <a:extLst>
                  <a:ext uri="{FF2B5EF4-FFF2-40B4-BE49-F238E27FC236}">
                    <a16:creationId xmlns:a16="http://schemas.microsoft.com/office/drawing/2014/main" id="{572EB308-9A4E-4332-A908-22F2978D75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043994"/>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grpSp>
      <p:grpSp>
        <p:nvGrpSpPr>
          <p:cNvPr id="29" name="Group 28">
            <a:extLst>
              <a:ext uri="{FF2B5EF4-FFF2-40B4-BE49-F238E27FC236}">
                <a16:creationId xmlns:a16="http://schemas.microsoft.com/office/drawing/2014/main" id="{BB7A900B-006E-46F4-831E-5AABAEE45E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64492" y="1103896"/>
            <a:ext cx="4965868" cy="4598497"/>
            <a:chOff x="1674895" y="1345036"/>
            <a:chExt cx="5428610" cy="4210939"/>
          </a:xfrm>
        </p:grpSpPr>
        <p:sp>
          <p:nvSpPr>
            <p:cNvPr id="30" name="Rectangle 29">
              <a:extLst>
                <a:ext uri="{FF2B5EF4-FFF2-40B4-BE49-F238E27FC236}">
                  <a16:creationId xmlns:a16="http://schemas.microsoft.com/office/drawing/2014/main" id="{2C1D3151-5F97-4860-B56C-C98BD62CC2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74895" y="1345036"/>
              <a:ext cx="5428610" cy="4210939"/>
            </a:xfrm>
            <a:prstGeom prst="rect">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DAD33695-C117-4AEE-9AF5-65F13C6CC3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74895" y="1345036"/>
              <a:ext cx="5428610" cy="4210939"/>
            </a:xfrm>
            <a:prstGeom prst="rect">
              <a:avLst/>
            </a:pr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useBgFill="1">
        <p:nvSpPr>
          <p:cNvPr id="33" name="Rectangle 32">
            <a:extLst>
              <a:ext uri="{FF2B5EF4-FFF2-40B4-BE49-F238E27FC236}">
                <a16:creationId xmlns:a16="http://schemas.microsoft.com/office/drawing/2014/main" id="{90A7F83A-9728-4030-8E45-9ECF1ABCCC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4039" y="1073782"/>
            <a:ext cx="4860256" cy="4529266"/>
          </a:xfrm>
          <a:prstGeom prst="rect">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1D4C00E-B5C5-96C1-EDAD-5122C806233F}"/>
              </a:ext>
            </a:extLst>
          </p:cNvPr>
          <p:cNvSpPr>
            <a:spLocks noGrp="1"/>
          </p:cNvSpPr>
          <p:nvPr>
            <p:ph type="title"/>
          </p:nvPr>
        </p:nvSpPr>
        <p:spPr>
          <a:xfrm>
            <a:off x="838200" y="1254952"/>
            <a:ext cx="4324642" cy="2939655"/>
          </a:xfrm>
        </p:spPr>
        <p:txBody>
          <a:bodyPr vert="horz" lIns="91440" tIns="45720" rIns="91440" bIns="45720" rtlCol="0" anchor="b">
            <a:normAutofit/>
          </a:bodyPr>
          <a:lstStyle/>
          <a:p>
            <a:pPr algn="ctr"/>
            <a:r>
              <a:rPr lang="en-US" sz="6000" b="1" cap="all" spc="1500" dirty="0">
                <a:ea typeface="Source Sans Pro SemiBold" panose="020B0603030403020204" pitchFamily="34" charset="0"/>
              </a:rPr>
              <a:t>ROC Curve</a:t>
            </a:r>
          </a:p>
        </p:txBody>
      </p:sp>
      <p:sp>
        <p:nvSpPr>
          <p:cNvPr id="35" name="Freeform: Shape 34">
            <a:extLst>
              <a:ext uri="{FF2B5EF4-FFF2-40B4-BE49-F238E27FC236}">
                <a16:creationId xmlns:a16="http://schemas.microsoft.com/office/drawing/2014/main" id="{A2B5CBEA-F125-49B6-8335-227C325B11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10790119" y="0"/>
            <a:ext cx="1401881" cy="1345036"/>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37" name="Freeform: Shape 36">
            <a:extLst>
              <a:ext uri="{FF2B5EF4-FFF2-40B4-BE49-F238E27FC236}">
                <a16:creationId xmlns:a16="http://schemas.microsoft.com/office/drawing/2014/main" id="{FEA9761C-7BB2-45E5-A5DB-A0B3536245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10790119" y="0"/>
            <a:ext cx="1401881" cy="1345036"/>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1">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39" name="Oval 38">
            <a:extLst>
              <a:ext uri="{FF2B5EF4-FFF2-40B4-BE49-F238E27FC236}">
                <a16:creationId xmlns:a16="http://schemas.microsoft.com/office/drawing/2014/main" id="{4D1A5E71-B6B6-486A-8CDC-C7ABD9B903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7634" y="4727300"/>
            <a:ext cx="319941" cy="319941"/>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1" name="Oval 40">
            <a:extLst>
              <a:ext uri="{FF2B5EF4-FFF2-40B4-BE49-F238E27FC236}">
                <a16:creationId xmlns:a16="http://schemas.microsoft.com/office/drawing/2014/main" id="{8E44D629-6B8E-4D88-A77E-149C0ED034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7634" y="4727300"/>
            <a:ext cx="319941" cy="319941"/>
          </a:xfrm>
          <a:prstGeom prst="ellipse">
            <a:avLst/>
          </a:pr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pic>
        <p:nvPicPr>
          <p:cNvPr id="5" name="Content Placeholder 4" descr="A graph of a curve&#10;&#10;AI-generated content may be incorrect.">
            <a:extLst>
              <a:ext uri="{FF2B5EF4-FFF2-40B4-BE49-F238E27FC236}">
                <a16:creationId xmlns:a16="http://schemas.microsoft.com/office/drawing/2014/main" id="{5A4E0300-AF4B-9C5E-1D65-294DFFF1DAEE}"/>
              </a:ext>
            </a:extLst>
          </p:cNvPr>
          <p:cNvPicPr>
            <a:picLocks noGrp="1" noChangeAspect="1"/>
          </p:cNvPicPr>
          <p:nvPr>
            <p:ph idx="1"/>
          </p:nvPr>
        </p:nvPicPr>
        <p:blipFill>
          <a:blip r:embed="rId2"/>
          <a:srcRect l="10994" r="2952" b="-2"/>
          <a:stretch>
            <a:fillRect/>
          </a:stretch>
        </p:blipFill>
        <p:spPr>
          <a:xfrm>
            <a:off x="6094114" y="1321031"/>
            <a:ext cx="5428611" cy="4210940"/>
          </a:xfrm>
          <a:prstGeom prst="rect">
            <a:avLst/>
          </a:prstGeom>
          <a:ln w="28575">
            <a:noFill/>
          </a:ln>
        </p:spPr>
      </p:pic>
      <p:grpSp>
        <p:nvGrpSpPr>
          <p:cNvPr id="43" name="Graphic 185">
            <a:extLst>
              <a:ext uri="{FF2B5EF4-FFF2-40B4-BE49-F238E27FC236}">
                <a16:creationId xmlns:a16="http://schemas.microsoft.com/office/drawing/2014/main" id="{FB9739EB-7F66-433D-841F-AB3CD18700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503907" y="5801515"/>
            <a:ext cx="1054466" cy="469689"/>
            <a:chOff x="9841624" y="4115729"/>
            <a:chExt cx="602169" cy="268223"/>
          </a:xfrm>
          <a:solidFill>
            <a:srgbClr val="FFFFFF"/>
          </a:solidFill>
        </p:grpSpPr>
        <p:sp>
          <p:nvSpPr>
            <p:cNvPr id="44" name="Freeform: Shape 43">
              <a:extLst>
                <a:ext uri="{FF2B5EF4-FFF2-40B4-BE49-F238E27FC236}">
                  <a16:creationId xmlns:a16="http://schemas.microsoft.com/office/drawing/2014/main" id="{104F2BBD-A005-4DCB-9566-F2351050B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8B00DEC7-198B-49D1-98FD-018F3ECFCF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F14DFC82-B3B3-468E-91B3-1302CFC684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D3250EFE-214E-4B8E-AF96-036A514FFB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AD058EBE-D4A5-4C43-B170-6A451F87A7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grpSp>
        <p:nvGrpSpPr>
          <p:cNvPr id="50" name="Graphic 185">
            <a:extLst>
              <a:ext uri="{FF2B5EF4-FFF2-40B4-BE49-F238E27FC236}">
                <a16:creationId xmlns:a16="http://schemas.microsoft.com/office/drawing/2014/main" id="{8B6BCBAB-41A5-4D6D-8C9B-55E3AA6FCC2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503907" y="5801515"/>
            <a:ext cx="1054466" cy="469689"/>
            <a:chOff x="9841624" y="4115729"/>
            <a:chExt cx="602169" cy="268223"/>
          </a:xfrm>
          <a:solidFill>
            <a:schemeClr val="tx1"/>
          </a:solidFill>
        </p:grpSpPr>
        <p:sp>
          <p:nvSpPr>
            <p:cNvPr id="51" name="Freeform: Shape 50">
              <a:extLst>
                <a:ext uri="{FF2B5EF4-FFF2-40B4-BE49-F238E27FC236}">
                  <a16:creationId xmlns:a16="http://schemas.microsoft.com/office/drawing/2014/main" id="{755217F1-B506-4443-A399-CFFA441CD6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CB8C0F31-7A0C-4630-A379-0B4719A1F7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2D43873-56D9-4AC1-AB59-A1E78D6797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1B2197D5-22E1-47CC-83CF-9E64CCD57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05DC5D97-506B-47F6-B9A7-D8FA26C88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26672348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D55A19D-297C-4231-AD1F-08EF9B4AA8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98875539-0E84-455D-BC55-CA2C4BD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3871489" cy="4096327"/>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12" name="Freeform: Shape 11">
            <a:extLst>
              <a:ext uri="{FF2B5EF4-FFF2-40B4-BE49-F238E27FC236}">
                <a16:creationId xmlns:a16="http://schemas.microsoft.com/office/drawing/2014/main" id="{5F9176D7-CC1C-4175-B08A-01FB9F4F3C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47955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solidFill>
            <a:schemeClr val="tx1"/>
          </a:solidFill>
          <a:ln w="9525" cap="flat">
            <a:noFill/>
            <a:prstDash val="solid"/>
            <a:miter/>
          </a:ln>
        </p:spPr>
        <p:txBody>
          <a:bodyPr wrap="square" rtlCol="0" anchor="ctr">
            <a:noAutofit/>
          </a:bodyPr>
          <a:lstStyle/>
          <a:p>
            <a:endParaRPr lang="en-US"/>
          </a:p>
        </p:txBody>
      </p:sp>
      <p:sp>
        <p:nvSpPr>
          <p:cNvPr id="14" name="Freeform: Shape 13">
            <a:extLst>
              <a:ext uri="{FF2B5EF4-FFF2-40B4-BE49-F238E27FC236}">
                <a16:creationId xmlns:a16="http://schemas.microsoft.com/office/drawing/2014/main" id="{D83469C6-FD66-4B54-921B-8031CD42BA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9192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solidFill>
            <a:schemeClr val="tx1"/>
          </a:solidFill>
          <a:ln w="9525" cap="flat">
            <a:noFill/>
            <a:prstDash val="solid"/>
            <a:miter/>
          </a:ln>
        </p:spPr>
        <p:txBody>
          <a:bodyPr wrap="square" rtlCol="0" anchor="ctr">
            <a:noAutofit/>
          </a:bodyPr>
          <a:lstStyle/>
          <a:p>
            <a:endParaRPr lang="en-US"/>
          </a:p>
        </p:txBody>
      </p:sp>
      <p:sp>
        <p:nvSpPr>
          <p:cNvPr id="16" name="Freeform: Shape 15">
            <a:extLst>
              <a:ext uri="{FF2B5EF4-FFF2-40B4-BE49-F238E27FC236}">
                <a16:creationId xmlns:a16="http://schemas.microsoft.com/office/drawing/2014/main" id="{6F0C6814-AEA4-4409-9A89-7AC1D41EB7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871489" cy="4096327"/>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chemeClr val="accent1">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18" name="Freeform: Shape 17">
            <a:extLst>
              <a:ext uri="{FF2B5EF4-FFF2-40B4-BE49-F238E27FC236}">
                <a16:creationId xmlns:a16="http://schemas.microsoft.com/office/drawing/2014/main" id="{6754052F-5B23-433C-8ADA-E8F0F84381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59419" y="3564607"/>
            <a:ext cx="3432581" cy="3293393"/>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20" name="Freeform: Shape 19">
            <a:extLst>
              <a:ext uri="{FF2B5EF4-FFF2-40B4-BE49-F238E27FC236}">
                <a16:creationId xmlns:a16="http://schemas.microsoft.com/office/drawing/2014/main" id="{FB2B180F-0C1C-4489-B089-6B68FD7AB3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59419" y="3564607"/>
            <a:ext cx="3432581" cy="3293393"/>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3">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grpSp>
        <p:nvGrpSpPr>
          <p:cNvPr id="22" name="Graphic 185">
            <a:extLst>
              <a:ext uri="{FF2B5EF4-FFF2-40B4-BE49-F238E27FC236}">
                <a16:creationId xmlns:a16="http://schemas.microsoft.com/office/drawing/2014/main" id="{F8DA0E47-CC59-4007-BDA3-0D5A4CF235D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428634" y="5987064"/>
            <a:ext cx="1054466" cy="469689"/>
            <a:chOff x="9841624" y="4115729"/>
            <a:chExt cx="602169" cy="268223"/>
          </a:xfrm>
          <a:solidFill>
            <a:schemeClr val="tx1"/>
          </a:solidFill>
        </p:grpSpPr>
        <p:sp>
          <p:nvSpPr>
            <p:cNvPr id="23" name="Freeform: Shape 22">
              <a:extLst>
                <a:ext uri="{FF2B5EF4-FFF2-40B4-BE49-F238E27FC236}">
                  <a16:creationId xmlns:a16="http://schemas.microsoft.com/office/drawing/2014/main" id="{DC833CFE-926B-4F47-AB28-ADB4F7697D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E80DE9A3-5BAC-492E-BEA8-AFF33894D8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E4C461C6-EC83-4CF8-BA68-8B3D52D31E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0164B2AB-B7D6-4349-9A36-E6775B5F81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FF3243-BD09-43B6-805F-FD18ECF5C9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pic>
        <p:nvPicPr>
          <p:cNvPr id="6" name="Picture 5">
            <a:extLst>
              <a:ext uri="{FF2B5EF4-FFF2-40B4-BE49-F238E27FC236}">
                <a16:creationId xmlns:a16="http://schemas.microsoft.com/office/drawing/2014/main" id="{034FA1F2-E76D-B73E-A3DE-20291BA849D5}"/>
              </a:ext>
            </a:extLst>
          </p:cNvPr>
          <p:cNvPicPr>
            <a:picLocks noChangeAspect="1"/>
          </p:cNvPicPr>
          <p:nvPr/>
        </p:nvPicPr>
        <p:blipFill>
          <a:blip r:embed="rId2"/>
          <a:stretch>
            <a:fillRect/>
          </a:stretch>
        </p:blipFill>
        <p:spPr>
          <a:xfrm>
            <a:off x="2429254" y="-1"/>
            <a:ext cx="7772400" cy="3210772"/>
          </a:xfrm>
          <a:prstGeom prst="rect">
            <a:avLst/>
          </a:prstGeom>
        </p:spPr>
      </p:pic>
      <p:pic>
        <p:nvPicPr>
          <p:cNvPr id="7" name="Picture 6">
            <a:extLst>
              <a:ext uri="{FF2B5EF4-FFF2-40B4-BE49-F238E27FC236}">
                <a16:creationId xmlns:a16="http://schemas.microsoft.com/office/drawing/2014/main" id="{B6ED6174-A9AA-4235-BD2E-01DE45FC9C19}"/>
              </a:ext>
            </a:extLst>
          </p:cNvPr>
          <p:cNvPicPr>
            <a:picLocks noChangeAspect="1"/>
          </p:cNvPicPr>
          <p:nvPr/>
        </p:nvPicPr>
        <p:blipFill>
          <a:blip r:embed="rId3"/>
          <a:stretch>
            <a:fillRect/>
          </a:stretch>
        </p:blipFill>
        <p:spPr>
          <a:xfrm>
            <a:off x="2429254" y="3210772"/>
            <a:ext cx="7855468" cy="3647228"/>
          </a:xfrm>
          <a:prstGeom prst="rect">
            <a:avLst/>
          </a:prstGeom>
        </p:spPr>
      </p:pic>
      <p:sp>
        <p:nvSpPr>
          <p:cNvPr id="9" name="TextBox 8">
            <a:extLst>
              <a:ext uri="{FF2B5EF4-FFF2-40B4-BE49-F238E27FC236}">
                <a16:creationId xmlns:a16="http://schemas.microsoft.com/office/drawing/2014/main" id="{A5014938-44BA-49C7-A363-9A1795164ED7}"/>
              </a:ext>
            </a:extLst>
          </p:cNvPr>
          <p:cNvSpPr txBox="1"/>
          <p:nvPr/>
        </p:nvSpPr>
        <p:spPr>
          <a:xfrm>
            <a:off x="44935" y="3332418"/>
            <a:ext cx="2384319" cy="369332"/>
          </a:xfrm>
          <a:prstGeom prst="rect">
            <a:avLst/>
          </a:prstGeom>
          <a:noFill/>
        </p:spPr>
        <p:txBody>
          <a:bodyPr wrap="square" rtlCol="0">
            <a:spAutoFit/>
          </a:bodyPr>
          <a:lstStyle/>
          <a:p>
            <a:r>
              <a:rPr lang="en-CA" b="1" dirty="0"/>
              <a:t>Confusion Matrices </a:t>
            </a:r>
            <a:endParaRPr lang="en-US" b="1" dirty="0"/>
          </a:p>
        </p:txBody>
      </p:sp>
    </p:spTree>
    <p:extLst>
      <p:ext uri="{BB962C8B-B14F-4D97-AF65-F5344CB8AC3E}">
        <p14:creationId xmlns:p14="http://schemas.microsoft.com/office/powerpoint/2010/main" val="2624396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D55A19D-297C-4231-AD1F-08EF9B4AA8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98875539-0E84-455D-BC55-CA2C4BD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3871489" cy="4096327"/>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12" name="Freeform: Shape 11">
            <a:extLst>
              <a:ext uri="{FF2B5EF4-FFF2-40B4-BE49-F238E27FC236}">
                <a16:creationId xmlns:a16="http://schemas.microsoft.com/office/drawing/2014/main" id="{5F9176D7-CC1C-4175-B08A-01FB9F4F3C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47955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solidFill>
            <a:schemeClr val="tx1"/>
          </a:solidFill>
          <a:ln w="9525" cap="flat">
            <a:noFill/>
            <a:prstDash val="solid"/>
            <a:miter/>
          </a:ln>
        </p:spPr>
        <p:txBody>
          <a:bodyPr wrap="square" rtlCol="0" anchor="ctr">
            <a:noAutofit/>
          </a:bodyPr>
          <a:lstStyle/>
          <a:p>
            <a:endParaRPr lang="en-US"/>
          </a:p>
        </p:txBody>
      </p:sp>
      <p:sp>
        <p:nvSpPr>
          <p:cNvPr id="14" name="Freeform: Shape 13">
            <a:extLst>
              <a:ext uri="{FF2B5EF4-FFF2-40B4-BE49-F238E27FC236}">
                <a16:creationId xmlns:a16="http://schemas.microsoft.com/office/drawing/2014/main" id="{D83469C6-FD66-4B54-921B-8031CD42BA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9192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solidFill>
            <a:schemeClr val="tx1"/>
          </a:solidFill>
          <a:ln w="9525" cap="flat">
            <a:noFill/>
            <a:prstDash val="solid"/>
            <a:miter/>
          </a:ln>
        </p:spPr>
        <p:txBody>
          <a:bodyPr wrap="square" rtlCol="0" anchor="ctr">
            <a:noAutofit/>
          </a:bodyPr>
          <a:lstStyle/>
          <a:p>
            <a:endParaRPr lang="en-US"/>
          </a:p>
        </p:txBody>
      </p:sp>
      <p:sp>
        <p:nvSpPr>
          <p:cNvPr id="16" name="Freeform: Shape 15">
            <a:extLst>
              <a:ext uri="{FF2B5EF4-FFF2-40B4-BE49-F238E27FC236}">
                <a16:creationId xmlns:a16="http://schemas.microsoft.com/office/drawing/2014/main" id="{6F0C6814-AEA4-4409-9A89-7AC1D41EB7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871489" cy="4096327"/>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chemeClr val="accent1">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18" name="Freeform: Shape 17">
            <a:extLst>
              <a:ext uri="{FF2B5EF4-FFF2-40B4-BE49-F238E27FC236}">
                <a16:creationId xmlns:a16="http://schemas.microsoft.com/office/drawing/2014/main" id="{6754052F-5B23-433C-8ADA-E8F0F84381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59419" y="3564607"/>
            <a:ext cx="3432581" cy="3293393"/>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20" name="Freeform: Shape 19">
            <a:extLst>
              <a:ext uri="{FF2B5EF4-FFF2-40B4-BE49-F238E27FC236}">
                <a16:creationId xmlns:a16="http://schemas.microsoft.com/office/drawing/2014/main" id="{FB2B180F-0C1C-4489-B089-6B68FD7AB3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59419" y="3564607"/>
            <a:ext cx="3432581" cy="3293393"/>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3">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grpSp>
        <p:nvGrpSpPr>
          <p:cNvPr id="22" name="Graphic 185">
            <a:extLst>
              <a:ext uri="{FF2B5EF4-FFF2-40B4-BE49-F238E27FC236}">
                <a16:creationId xmlns:a16="http://schemas.microsoft.com/office/drawing/2014/main" id="{F8DA0E47-CC59-4007-BDA3-0D5A4CF235D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428634" y="5987064"/>
            <a:ext cx="1054466" cy="469689"/>
            <a:chOff x="9841624" y="4115729"/>
            <a:chExt cx="602169" cy="268223"/>
          </a:xfrm>
          <a:solidFill>
            <a:schemeClr val="tx1"/>
          </a:solidFill>
        </p:grpSpPr>
        <p:sp>
          <p:nvSpPr>
            <p:cNvPr id="23" name="Freeform: Shape 22">
              <a:extLst>
                <a:ext uri="{FF2B5EF4-FFF2-40B4-BE49-F238E27FC236}">
                  <a16:creationId xmlns:a16="http://schemas.microsoft.com/office/drawing/2014/main" id="{DC833CFE-926B-4F47-AB28-ADB4F7697D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E80DE9A3-5BAC-492E-BEA8-AFF33894D8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E4C461C6-EC83-4CF8-BA68-8B3D52D31E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0164B2AB-B7D6-4349-9A36-E6775B5F81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FF3243-BD09-43B6-805F-FD18ECF5C9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pic>
        <p:nvPicPr>
          <p:cNvPr id="3" name="Picture 2" descr="A graph of different colored squares&#10;&#10;AI-generated content may be incorrect.">
            <a:extLst>
              <a:ext uri="{FF2B5EF4-FFF2-40B4-BE49-F238E27FC236}">
                <a16:creationId xmlns:a16="http://schemas.microsoft.com/office/drawing/2014/main" id="{801228F4-74BE-9E0A-D26F-CEA9B2000624}"/>
              </a:ext>
            </a:extLst>
          </p:cNvPr>
          <p:cNvPicPr>
            <a:picLocks noChangeAspect="1"/>
          </p:cNvPicPr>
          <p:nvPr/>
        </p:nvPicPr>
        <p:blipFill>
          <a:blip r:embed="rId2"/>
          <a:srcRect l="1333"/>
          <a:stretch>
            <a:fillRect/>
          </a:stretch>
        </p:blipFill>
        <p:spPr>
          <a:xfrm>
            <a:off x="1280667" y="720375"/>
            <a:ext cx="9630666" cy="5417250"/>
          </a:xfrm>
          <a:prstGeom prst="rect">
            <a:avLst/>
          </a:prstGeom>
          <a:ln w="28575">
            <a:solidFill>
              <a:schemeClr val="tx1"/>
            </a:solidFill>
          </a:ln>
        </p:spPr>
      </p:pic>
    </p:spTree>
    <p:extLst>
      <p:ext uri="{BB962C8B-B14F-4D97-AF65-F5344CB8AC3E}">
        <p14:creationId xmlns:p14="http://schemas.microsoft.com/office/powerpoint/2010/main" val="30251485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11">
            <a:extLst>
              <a:ext uri="{FF2B5EF4-FFF2-40B4-BE49-F238E27FC236}">
                <a16:creationId xmlns:a16="http://schemas.microsoft.com/office/drawing/2014/main" id="{3C1D1FA3-6212-4B97-9B1E-C7F81247C2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
            <a:ext cx="2232251" cy="2361890"/>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14" name="Freeform: Shape 13">
            <a:extLst>
              <a:ext uri="{FF2B5EF4-FFF2-40B4-BE49-F238E27FC236}">
                <a16:creationId xmlns:a16="http://schemas.microsoft.com/office/drawing/2014/main" id="{11C51958-04D4-4687-95A2-95DCDCF474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
            <a:ext cx="2232251" cy="2361890"/>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chemeClr val="accent3">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16" name="Freeform: Shape 15">
            <a:extLst>
              <a:ext uri="{FF2B5EF4-FFF2-40B4-BE49-F238E27FC236}">
                <a16:creationId xmlns:a16="http://schemas.microsoft.com/office/drawing/2014/main" id="{79AFCB35-9C04-4524-A0B1-57FF6865D0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92656"/>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solidFill>
            <a:schemeClr val="tx1"/>
          </a:solidFill>
          <a:ln w="9525" cap="flat">
            <a:noFill/>
            <a:prstDash val="solid"/>
            <a:miter/>
          </a:ln>
        </p:spPr>
        <p:txBody>
          <a:bodyPr wrap="square" rtlCol="0" anchor="ctr">
            <a:noAutofit/>
          </a:bodyPr>
          <a:lstStyle/>
          <a:p>
            <a:endParaRPr lang="en-US"/>
          </a:p>
        </p:txBody>
      </p:sp>
      <p:sp>
        <p:nvSpPr>
          <p:cNvPr id="18" name="Freeform: Shape 17">
            <a:extLst>
              <a:ext uri="{FF2B5EF4-FFF2-40B4-BE49-F238E27FC236}">
                <a16:creationId xmlns:a16="http://schemas.microsoft.com/office/drawing/2014/main" id="{D11AD2AD-0BA0-4DD3-8EEA-84686A0E71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32391"/>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solidFill>
            <a:schemeClr val="tx1"/>
          </a:solidFill>
          <a:ln w="9525"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23FE791F-3082-8B3B-3461-0E20DBFB07BF}"/>
              </a:ext>
            </a:extLst>
          </p:cNvPr>
          <p:cNvSpPr>
            <a:spLocks noGrp="1"/>
          </p:cNvSpPr>
          <p:nvPr>
            <p:ph type="title"/>
          </p:nvPr>
        </p:nvSpPr>
        <p:spPr>
          <a:xfrm>
            <a:off x="1861854" y="633046"/>
            <a:ext cx="4834021" cy="1314996"/>
          </a:xfrm>
        </p:spPr>
        <p:txBody>
          <a:bodyPr anchor="b">
            <a:normAutofit/>
          </a:bodyPr>
          <a:lstStyle/>
          <a:p>
            <a:r>
              <a:rPr lang="en-CA" b="1" dirty="0"/>
              <a:t>Precision vs Recall</a:t>
            </a:r>
            <a:endParaRPr lang="en-US" dirty="0"/>
          </a:p>
        </p:txBody>
      </p:sp>
      <p:sp>
        <p:nvSpPr>
          <p:cNvPr id="27" name="Content Placeholder 2">
            <a:extLst>
              <a:ext uri="{FF2B5EF4-FFF2-40B4-BE49-F238E27FC236}">
                <a16:creationId xmlns:a16="http://schemas.microsoft.com/office/drawing/2014/main" id="{CC5A6E03-605A-5506-BB05-BF0AFD59A573}"/>
              </a:ext>
            </a:extLst>
          </p:cNvPr>
          <p:cNvSpPr>
            <a:spLocks noGrp="1"/>
          </p:cNvSpPr>
          <p:nvPr>
            <p:ph idx="1"/>
          </p:nvPr>
        </p:nvSpPr>
        <p:spPr>
          <a:xfrm>
            <a:off x="1861854" y="2125737"/>
            <a:ext cx="4834021" cy="4044463"/>
          </a:xfrm>
        </p:spPr>
        <p:txBody>
          <a:bodyPr>
            <a:normAutofit fontScale="55000" lnSpcReduction="20000"/>
          </a:bodyPr>
          <a:lstStyle/>
          <a:p>
            <a:r>
              <a:rPr lang="en-CA" dirty="0"/>
              <a:t>“These plots illustrate the trade‑off between precision and recall and the confusion matrices for each model.</a:t>
            </a:r>
          </a:p>
          <a:p>
            <a:r>
              <a:rPr lang="en-CA" b="1" dirty="0"/>
              <a:t>Logistic Regression</a:t>
            </a:r>
            <a:r>
              <a:rPr lang="en-CA" dirty="0"/>
              <a:t> focuses on recall, catching more &gt;50K cases but with more false positives.</a:t>
            </a:r>
          </a:p>
          <a:p>
            <a:r>
              <a:rPr lang="en-CA" b="1" dirty="0"/>
              <a:t>Decision Tree</a:t>
            </a:r>
            <a:r>
              <a:rPr lang="en-CA" dirty="0"/>
              <a:t> focuses on precision, being stricter in predicting &gt;50K.</a:t>
            </a:r>
          </a:p>
          <a:p>
            <a:r>
              <a:rPr lang="en-CA" b="1" dirty="0"/>
              <a:t>Random Forest</a:t>
            </a:r>
            <a:r>
              <a:rPr lang="en-CA" dirty="0"/>
              <a:t> achieves a good middle ground, reducing both false positives and false negatives.</a:t>
            </a:r>
            <a:br>
              <a:rPr lang="en-CA" dirty="0"/>
            </a:br>
            <a:r>
              <a:rPr lang="en-CA" dirty="0"/>
              <a:t>Looking at the confusion matrices side-by-side makes it clear how each model behaves differently on misclassifications.”</a:t>
            </a:r>
            <a:br>
              <a:rPr lang="en-CA" sz="2400" dirty="0"/>
            </a:br>
            <a:endParaRPr lang="en-US" sz="2600" dirty="0"/>
          </a:p>
        </p:txBody>
      </p:sp>
      <p:pic>
        <p:nvPicPr>
          <p:cNvPr id="7" name="Graphic 6" descr="Checkmark">
            <a:extLst>
              <a:ext uri="{FF2B5EF4-FFF2-40B4-BE49-F238E27FC236}">
                <a16:creationId xmlns:a16="http://schemas.microsoft.com/office/drawing/2014/main" id="{42041CE9-427F-BBA1-F754-8B8C575D0E6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235473" y="1200223"/>
            <a:ext cx="4072815" cy="4072815"/>
          </a:xfrm>
          <a:prstGeom prst="rect">
            <a:avLst/>
          </a:prstGeom>
        </p:spPr>
      </p:pic>
      <p:grpSp>
        <p:nvGrpSpPr>
          <p:cNvPr id="20" name="Graphic 185">
            <a:extLst>
              <a:ext uri="{FF2B5EF4-FFF2-40B4-BE49-F238E27FC236}">
                <a16:creationId xmlns:a16="http://schemas.microsoft.com/office/drawing/2014/main" id="{0C156BF8-7FF7-440F-BE2B-417DFFE8BFA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428634" y="5987064"/>
            <a:ext cx="1054466" cy="469689"/>
            <a:chOff x="9841624" y="4115729"/>
            <a:chExt cx="602169" cy="268223"/>
          </a:xfrm>
          <a:solidFill>
            <a:schemeClr val="tx1"/>
          </a:solidFill>
        </p:grpSpPr>
        <p:sp>
          <p:nvSpPr>
            <p:cNvPr id="21" name="Freeform: Shape 20">
              <a:extLst>
                <a:ext uri="{FF2B5EF4-FFF2-40B4-BE49-F238E27FC236}">
                  <a16:creationId xmlns:a16="http://schemas.microsoft.com/office/drawing/2014/main" id="{B7067280-C3E7-4DF6-A345-B9FEF6EF8D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A78365A8-666B-4417-9D3C-554E6E6B2C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E71CAAFA-0A31-4308-AB9F-B1C84ABDF9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96AB1D25-144D-4BB4-A45C-60B8A094F4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8" name="Freeform: Shape 24">
              <a:extLst>
                <a:ext uri="{FF2B5EF4-FFF2-40B4-BE49-F238E27FC236}">
                  <a16:creationId xmlns:a16="http://schemas.microsoft.com/office/drawing/2014/main" id="{069F0FB4-779A-48FC-AC33-784F177C92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5765999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4E0A5C5C-2A95-428E-9F6A-0D29EBD57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1056F38F-7C4E-461D-8709-7D0024AE1F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4" name="Oval 13">
            <a:extLst>
              <a:ext uri="{FF2B5EF4-FFF2-40B4-BE49-F238E27FC236}">
                <a16:creationId xmlns:a16="http://schemas.microsoft.com/office/drawing/2014/main" id="{C7278469-3C3C-49CE-AEEE-E176A4900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38D16B8-2791-5A7A-5EB4-737D70E93A9F}"/>
              </a:ext>
            </a:extLst>
          </p:cNvPr>
          <p:cNvSpPr>
            <a:spLocks noGrp="1"/>
          </p:cNvSpPr>
          <p:nvPr>
            <p:ph type="title"/>
          </p:nvPr>
        </p:nvSpPr>
        <p:spPr>
          <a:xfrm>
            <a:off x="1102368" y="1877492"/>
            <a:ext cx="4030132" cy="3215373"/>
          </a:xfrm>
        </p:spPr>
        <p:txBody>
          <a:bodyPr>
            <a:normAutofit/>
          </a:bodyPr>
          <a:lstStyle/>
          <a:p>
            <a:pPr algn="ctr"/>
            <a:r>
              <a:rPr lang="en-CA" dirty="0"/>
              <a:t> </a:t>
            </a:r>
            <a:r>
              <a:rPr lang="en-CA" b="1" dirty="0"/>
              <a:t>Runtime &amp; Memory</a:t>
            </a:r>
            <a:endParaRPr lang="en-US" b="1" dirty="0"/>
          </a:p>
        </p:txBody>
      </p:sp>
      <p:grpSp>
        <p:nvGrpSpPr>
          <p:cNvPr id="16" name="Group 15">
            <a:extLst>
              <a:ext uri="{FF2B5EF4-FFF2-40B4-BE49-F238E27FC236}">
                <a16:creationId xmlns:a16="http://schemas.microsoft.com/office/drawing/2014/main" id="{93DC754C-7E09-422D-A8BB-AF632E90DF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tx1"/>
          </a:solidFill>
        </p:grpSpPr>
        <p:sp>
          <p:nvSpPr>
            <p:cNvPr id="17" name="Freeform: Shape 16">
              <a:extLst>
                <a:ext uri="{FF2B5EF4-FFF2-40B4-BE49-F238E27FC236}">
                  <a16:creationId xmlns:a16="http://schemas.microsoft.com/office/drawing/2014/main" id="{C5A741B9-65EC-4C5B-9FE0-4A1857577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8" name="Freeform: Shape 17">
              <a:extLst>
                <a:ext uri="{FF2B5EF4-FFF2-40B4-BE49-F238E27FC236}">
                  <a16:creationId xmlns:a16="http://schemas.microsoft.com/office/drawing/2014/main" id="{C0BB4301-41FA-4453-956F-A11CC664B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dirty="0"/>
            </a:p>
          </p:txBody>
        </p:sp>
      </p:grpSp>
      <p:sp>
        <p:nvSpPr>
          <p:cNvPr id="20" name="Graphic 212">
            <a:extLst>
              <a:ext uri="{FF2B5EF4-FFF2-40B4-BE49-F238E27FC236}">
                <a16:creationId xmlns:a16="http://schemas.microsoft.com/office/drawing/2014/main" id="{4C6598AB-1C17-4D54-951C-A082D94AC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2" name="Graphic 212">
            <a:extLst>
              <a:ext uri="{FF2B5EF4-FFF2-40B4-BE49-F238E27FC236}">
                <a16:creationId xmlns:a16="http://schemas.microsoft.com/office/drawing/2014/main" id="{C83B66D7-137D-4AC1-B172-53D60F08B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4" name="Oval 23">
            <a:extLst>
              <a:ext uri="{FF2B5EF4-FFF2-40B4-BE49-F238E27FC236}">
                <a16:creationId xmlns:a16="http://schemas.microsoft.com/office/drawing/2014/main" id="{F6B92503-6984-4D15-8B98-8718709B7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08DDF938-524E-4C18-A47D-C00627832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5B4BEB0B-C61B-4044-2F3C-FE2679DFD759}"/>
              </a:ext>
            </a:extLst>
          </p:cNvPr>
          <p:cNvSpPr>
            <a:spLocks noGrp="1"/>
          </p:cNvSpPr>
          <p:nvPr>
            <p:ph idx="1"/>
          </p:nvPr>
        </p:nvSpPr>
        <p:spPr>
          <a:xfrm>
            <a:off x="6243529" y="1805382"/>
            <a:ext cx="5217173" cy="4351338"/>
          </a:xfrm>
        </p:spPr>
        <p:txBody>
          <a:bodyPr>
            <a:normAutofit fontScale="62500" lnSpcReduction="20000"/>
          </a:bodyPr>
          <a:lstStyle/>
          <a:p>
            <a:pPr marL="0" indent="0">
              <a:buNone/>
            </a:pPr>
            <a:r>
              <a:rPr lang="en-CA" dirty="0"/>
              <a:t>“In terms of runtime and memory, all models used roughly </a:t>
            </a:r>
            <a:r>
              <a:rPr lang="en-CA" b="1" dirty="0"/>
              <a:t>39 MB</a:t>
            </a:r>
            <a:r>
              <a:rPr lang="en-CA" dirty="0"/>
              <a:t> of peak memory, since the main cost is the shared preprocessing pipeline.</a:t>
            </a:r>
            <a:br>
              <a:rPr lang="en-CA" dirty="0"/>
            </a:br>
            <a:r>
              <a:rPr lang="en-CA" dirty="0"/>
              <a:t>For training time, Random Forest is the slowest at about </a:t>
            </a:r>
            <a:r>
              <a:rPr lang="en-CA" b="1" dirty="0"/>
              <a:t>1.5 seconds</a:t>
            </a:r>
            <a:r>
              <a:rPr lang="en-CA" dirty="0"/>
              <a:t>, which is expected because it builds 100 trees. Logistic Regression and Decision Tree are much faster to train.</a:t>
            </a:r>
            <a:br>
              <a:rPr lang="en-CA" dirty="0"/>
            </a:br>
            <a:r>
              <a:rPr lang="en-CA" dirty="0"/>
              <a:t>For prediction time, </a:t>
            </a:r>
            <a:r>
              <a:rPr lang="en-CA" b="1" dirty="0"/>
              <a:t>Decision Tree is by far the fastest</a:t>
            </a:r>
            <a:r>
              <a:rPr lang="en-CA" dirty="0"/>
              <a:t> at around </a:t>
            </a:r>
            <a:r>
              <a:rPr lang="en-CA" b="1" dirty="0"/>
              <a:t>0.006 seconds</a:t>
            </a:r>
            <a:r>
              <a:rPr lang="en-CA" dirty="0"/>
              <a:t>, followed by Logistic Regression and Random Forest. KNN is the slowest at prediction because it has to compute distances at inference time.”</a:t>
            </a:r>
            <a:br>
              <a:rPr lang="en-CA" dirty="0"/>
            </a:br>
            <a:endParaRPr lang="en-US" dirty="0"/>
          </a:p>
        </p:txBody>
      </p:sp>
      <p:grpSp>
        <p:nvGrpSpPr>
          <p:cNvPr id="28" name="Graphic 185">
            <a:extLst>
              <a:ext uri="{FF2B5EF4-FFF2-40B4-BE49-F238E27FC236}">
                <a16:creationId xmlns:a16="http://schemas.microsoft.com/office/drawing/2014/main" id="{3773FAF5-C452-4455-9411-D6AF5EBD4C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581034" y="5750136"/>
            <a:ext cx="1054466" cy="469689"/>
            <a:chOff x="9841624" y="4115729"/>
            <a:chExt cx="602169" cy="268223"/>
          </a:xfrm>
          <a:solidFill>
            <a:schemeClr val="tx1"/>
          </a:solidFill>
        </p:grpSpPr>
        <p:sp>
          <p:nvSpPr>
            <p:cNvPr id="29" name="Freeform: Shape 28">
              <a:extLst>
                <a:ext uri="{FF2B5EF4-FFF2-40B4-BE49-F238E27FC236}">
                  <a16:creationId xmlns:a16="http://schemas.microsoft.com/office/drawing/2014/main" id="{1ECA0D96-F63C-4F7B-BE16-0F3FE76D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74F83A81-0546-400A-918A-90C9C48B81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741F692-A5B6-4215-86D9-B1FD4FF2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CC0876CB-9C60-4580-8FED-CD64EC766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A879B3B7-48DB-4D3A-BB33-02766EAD3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9612702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AC6FBFA-6AC5-416B-4F34-0ACB4E782107}"/>
              </a:ext>
            </a:extLst>
          </p:cNvPr>
          <p:cNvSpPr>
            <a:spLocks noGrp="1"/>
          </p:cNvSpPr>
          <p:nvPr>
            <p:ph type="title"/>
          </p:nvPr>
        </p:nvSpPr>
        <p:spPr>
          <a:xfrm>
            <a:off x="1102368" y="694268"/>
            <a:ext cx="3553510" cy="5477932"/>
          </a:xfrm>
        </p:spPr>
        <p:txBody>
          <a:bodyPr>
            <a:normAutofit/>
          </a:bodyPr>
          <a:lstStyle/>
          <a:p>
            <a:pPr algn="ctr"/>
            <a:r>
              <a:rPr lang="en-CA" b="1" dirty="0"/>
              <a:t>Why Random Forest Has the Best Accuracy</a:t>
            </a:r>
            <a:endParaRPr lang="en-US" b="1" dirty="0"/>
          </a:p>
        </p:txBody>
      </p:sp>
      <p:grpSp>
        <p:nvGrpSpPr>
          <p:cNvPr id="10" name="Graphic 38">
            <a:extLst>
              <a:ext uri="{FF2B5EF4-FFF2-40B4-BE49-F238E27FC236}">
                <a16:creationId xmlns:a16="http://schemas.microsoft.com/office/drawing/2014/main" id="{1E8369D0-2C3B-4E27-AC6C-A246AC28CDA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tx1"/>
          </a:solidFill>
        </p:grpSpPr>
        <p:sp>
          <p:nvSpPr>
            <p:cNvPr id="11" name="Freeform: Shape 10">
              <a:extLst>
                <a:ext uri="{FF2B5EF4-FFF2-40B4-BE49-F238E27FC236}">
                  <a16:creationId xmlns:a16="http://schemas.microsoft.com/office/drawing/2014/main" id="{A3D5586F-4573-4C57-9793-1EBFDC8963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dirty="0"/>
            </a:p>
          </p:txBody>
        </p:sp>
        <p:sp>
          <p:nvSpPr>
            <p:cNvPr id="12" name="Freeform: Shape 11">
              <a:extLst>
                <a:ext uri="{FF2B5EF4-FFF2-40B4-BE49-F238E27FC236}">
                  <a16:creationId xmlns:a16="http://schemas.microsoft.com/office/drawing/2014/main" id="{5EED35EF-93A0-4921-941C-ECC67AE2A4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grpSp>
        <p:nvGrpSpPr>
          <p:cNvPr id="14" name="Graphic 38">
            <a:extLst>
              <a:ext uri="{FF2B5EF4-FFF2-40B4-BE49-F238E27FC236}">
                <a16:creationId xmlns:a16="http://schemas.microsoft.com/office/drawing/2014/main" id="{4E397AA7-9FED-4566-9071-A53B276542E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tx1">
              <a:alpha val="60000"/>
            </a:schemeClr>
          </a:solidFill>
        </p:grpSpPr>
        <p:sp>
          <p:nvSpPr>
            <p:cNvPr id="15" name="Freeform: Shape 14">
              <a:extLst>
                <a:ext uri="{FF2B5EF4-FFF2-40B4-BE49-F238E27FC236}">
                  <a16:creationId xmlns:a16="http://schemas.microsoft.com/office/drawing/2014/main" id="{B910B472-2416-4C1E-B5BE-4DE472BC99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dirty="0"/>
            </a:p>
          </p:txBody>
        </p:sp>
        <p:sp>
          <p:nvSpPr>
            <p:cNvPr id="16" name="Freeform: Shape 15">
              <a:extLst>
                <a:ext uri="{FF2B5EF4-FFF2-40B4-BE49-F238E27FC236}">
                  <a16:creationId xmlns:a16="http://schemas.microsoft.com/office/drawing/2014/main" id="{40671BEA-702C-4316-BD48-AFE9D84622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grpSp>
        <p:nvGrpSpPr>
          <p:cNvPr id="18" name="Graphic 4">
            <a:extLst>
              <a:ext uri="{FF2B5EF4-FFF2-40B4-BE49-F238E27FC236}">
                <a16:creationId xmlns:a16="http://schemas.microsoft.com/office/drawing/2014/main" id="{C6F74901-2A71-43C3-837C-27CCD6B6D63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655887" y="2203010"/>
            <a:ext cx="975169" cy="975171"/>
            <a:chOff x="5829300" y="3162300"/>
            <a:chExt cx="532256" cy="532257"/>
          </a:xfrm>
          <a:solidFill>
            <a:schemeClr val="tx1"/>
          </a:solidFill>
        </p:grpSpPr>
        <p:sp>
          <p:nvSpPr>
            <p:cNvPr id="19" name="Freeform: Shape 18">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1" name="Freeform: Shape 20">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517B7142-9D64-4D34-B23C-9471326AD6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E8EB71CD-AB26-440E-A0D5-E1081DB55A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34423BD2-7458-4680-AF49-5013C9D30E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dirty="0"/>
            </a:p>
          </p:txBody>
        </p:sp>
      </p:grpSp>
      <p:sp>
        <p:nvSpPr>
          <p:cNvPr id="33" name="Oval 32">
            <a:extLst>
              <a:ext uri="{FF2B5EF4-FFF2-40B4-BE49-F238E27FC236}">
                <a16:creationId xmlns:a16="http://schemas.microsoft.com/office/drawing/2014/main" id="{EC11F68A-CC71-4196-BBF3-20CDCD75D4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9502"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5" name="Oval 34">
            <a:extLst>
              <a:ext uri="{FF2B5EF4-FFF2-40B4-BE49-F238E27FC236}">
                <a16:creationId xmlns:a16="http://schemas.microsoft.com/office/drawing/2014/main" id="{085F9950-F10E-4E64-962B-F703457898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9502" y="4752208"/>
            <a:ext cx="365021" cy="365021"/>
          </a:xfrm>
          <a:prstGeom prst="ellipse">
            <a:avLst/>
          </a:pr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40374296-1892-C3EF-E2BA-2E295A33F5BC}"/>
              </a:ext>
            </a:extLst>
          </p:cNvPr>
          <p:cNvSpPr>
            <a:spLocks noGrp="1"/>
          </p:cNvSpPr>
          <p:nvPr>
            <p:ph idx="1"/>
          </p:nvPr>
        </p:nvSpPr>
        <p:spPr>
          <a:xfrm>
            <a:off x="6225894" y="694267"/>
            <a:ext cx="5217173" cy="5695899"/>
          </a:xfrm>
        </p:spPr>
        <p:txBody>
          <a:bodyPr>
            <a:normAutofit fontScale="47500" lnSpcReduction="20000"/>
          </a:bodyPr>
          <a:lstStyle/>
          <a:p>
            <a:pPr marL="0" indent="0">
              <a:buNone/>
            </a:pPr>
            <a:r>
              <a:rPr lang="en-CA" b="1" dirty="0"/>
              <a:t>1. Ensemble Learning (Wisdom of the Crowd)</a:t>
            </a:r>
            <a:endParaRPr lang="en-CA" dirty="0"/>
          </a:p>
          <a:p>
            <a:r>
              <a:rPr lang="en-CA" dirty="0"/>
              <a:t>Instead of relying on one decision tree, Random Forest builds </a:t>
            </a:r>
            <a:r>
              <a:rPr lang="en-CA" b="1" dirty="0"/>
              <a:t>100+ trees</a:t>
            </a:r>
            <a:r>
              <a:rPr lang="en-CA" dirty="0"/>
              <a:t> and takes a majority vote — individual errors cancel out, overall accuracy improves.</a:t>
            </a:r>
          </a:p>
          <a:p>
            <a:pPr marL="0" indent="0">
              <a:buNone/>
            </a:pPr>
            <a:r>
              <a:rPr lang="en-CA" b="1" dirty="0"/>
              <a:t>2. Handles Mixed Data Well</a:t>
            </a:r>
            <a:endParaRPr lang="en-CA" dirty="0"/>
          </a:p>
          <a:p>
            <a:r>
              <a:rPr lang="en-CA" dirty="0"/>
              <a:t>The dataset has both numerical (age, hours-per-week) and categorical (occupation, education) features. Random Forest handles this natively without being sensitive to scale.</a:t>
            </a:r>
          </a:p>
          <a:p>
            <a:pPr marL="0" indent="0">
              <a:buNone/>
            </a:pPr>
            <a:r>
              <a:rPr lang="en-CA" b="1" dirty="0"/>
              <a:t>3. Reduces Overfitting (Bagging)</a:t>
            </a:r>
            <a:endParaRPr lang="en-CA" dirty="0"/>
          </a:p>
          <a:p>
            <a:r>
              <a:rPr lang="en-CA" dirty="0"/>
              <a:t>Each tree is trained on a </a:t>
            </a:r>
            <a:r>
              <a:rPr lang="en-CA" b="1" dirty="0"/>
              <a:t>random subset</a:t>
            </a:r>
            <a:r>
              <a:rPr lang="en-CA" dirty="0"/>
              <a:t> of data and features — this prevents any single tree from memorizing noise, unlike a plain Decision Tree (which hit only 85.13%).</a:t>
            </a:r>
          </a:p>
          <a:p>
            <a:pPr marL="0" indent="0">
              <a:buNone/>
            </a:pPr>
            <a:r>
              <a:rPr lang="en-CA" b="1" dirty="0"/>
              <a:t>4. Captures Non-Linear Relationships</a:t>
            </a:r>
            <a:endParaRPr lang="en-CA" dirty="0"/>
          </a:p>
          <a:p>
            <a:r>
              <a:rPr lang="en-CA" dirty="0"/>
              <a:t>Income isn't linearly related to features — e.g., </a:t>
            </a:r>
            <a:r>
              <a:rPr lang="en-CA" i="1" dirty="0"/>
              <a:t>capital-gain</a:t>
            </a:r>
            <a:r>
              <a:rPr lang="en-CA" dirty="0"/>
              <a:t> spikes matter more than a steady increase. Random Forest captures these complex splits that Logistic Regression misses (80.96%).</a:t>
            </a:r>
          </a:p>
          <a:p>
            <a:pPr marL="0" indent="0">
              <a:buNone/>
            </a:pPr>
            <a:r>
              <a:rPr lang="en-CA" b="1" dirty="0"/>
              <a:t>5. Class Imbalance Resilience</a:t>
            </a:r>
            <a:endParaRPr lang="en-CA" dirty="0"/>
          </a:p>
          <a:p>
            <a:r>
              <a:rPr lang="en-CA" dirty="0"/>
              <a:t>Our dataset is </a:t>
            </a:r>
            <a:r>
              <a:rPr lang="en-CA" b="1" dirty="0"/>
              <a:t>75% &lt;=50K, 25% &gt;50K</a:t>
            </a:r>
            <a:r>
              <a:rPr lang="en-CA" dirty="0"/>
              <a:t> (imbalanced). Random Forest's voting mechanism naturally handles this better than KNN, which gets biased toward the majority class.</a:t>
            </a:r>
          </a:p>
          <a:p>
            <a:pPr marL="0" indent="0">
              <a:buNone/>
            </a:pPr>
            <a:br>
              <a:rPr lang="en-CA" dirty="0"/>
            </a:br>
            <a:endParaRPr lang="en-US" dirty="0"/>
          </a:p>
        </p:txBody>
      </p:sp>
    </p:spTree>
    <p:extLst>
      <p:ext uri="{BB962C8B-B14F-4D97-AF65-F5344CB8AC3E}">
        <p14:creationId xmlns:p14="http://schemas.microsoft.com/office/powerpoint/2010/main" val="13941980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4E0A5C5C-2A95-428E-9F6A-0D29EBD57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1056F38F-7C4E-461D-8709-7D0024AE1F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4" name="Oval 13">
            <a:extLst>
              <a:ext uri="{FF2B5EF4-FFF2-40B4-BE49-F238E27FC236}">
                <a16:creationId xmlns:a16="http://schemas.microsoft.com/office/drawing/2014/main" id="{C7278469-3C3C-49CE-AEEE-E176A4900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9DD440E-F603-1BD8-F3F7-3636C10EC330}"/>
              </a:ext>
            </a:extLst>
          </p:cNvPr>
          <p:cNvSpPr>
            <a:spLocks noGrp="1"/>
          </p:cNvSpPr>
          <p:nvPr>
            <p:ph type="title"/>
          </p:nvPr>
        </p:nvSpPr>
        <p:spPr>
          <a:xfrm>
            <a:off x="1102368" y="1877492"/>
            <a:ext cx="4030132" cy="3215373"/>
          </a:xfrm>
        </p:spPr>
        <p:txBody>
          <a:bodyPr>
            <a:normAutofit/>
          </a:bodyPr>
          <a:lstStyle/>
          <a:p>
            <a:pPr algn="ctr"/>
            <a:r>
              <a:rPr lang="en-CA" b="1" dirty="0"/>
              <a:t>Conclusion &amp; &amp; Future Work</a:t>
            </a:r>
            <a:br>
              <a:rPr lang="en-CA" dirty="0"/>
            </a:br>
            <a:endParaRPr lang="en-US" dirty="0"/>
          </a:p>
        </p:txBody>
      </p:sp>
      <p:grpSp>
        <p:nvGrpSpPr>
          <p:cNvPr id="16" name="Group 15">
            <a:extLst>
              <a:ext uri="{FF2B5EF4-FFF2-40B4-BE49-F238E27FC236}">
                <a16:creationId xmlns:a16="http://schemas.microsoft.com/office/drawing/2014/main" id="{93DC754C-7E09-422D-A8BB-AF632E90DF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tx1"/>
          </a:solidFill>
        </p:grpSpPr>
        <p:sp>
          <p:nvSpPr>
            <p:cNvPr id="17" name="Freeform: Shape 16">
              <a:extLst>
                <a:ext uri="{FF2B5EF4-FFF2-40B4-BE49-F238E27FC236}">
                  <a16:creationId xmlns:a16="http://schemas.microsoft.com/office/drawing/2014/main" id="{C5A741B9-65EC-4C5B-9FE0-4A1857577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8" name="Freeform: Shape 17">
              <a:extLst>
                <a:ext uri="{FF2B5EF4-FFF2-40B4-BE49-F238E27FC236}">
                  <a16:creationId xmlns:a16="http://schemas.microsoft.com/office/drawing/2014/main" id="{C0BB4301-41FA-4453-956F-A11CC664B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dirty="0"/>
            </a:p>
          </p:txBody>
        </p:sp>
      </p:grpSp>
      <p:sp>
        <p:nvSpPr>
          <p:cNvPr id="20" name="Graphic 212">
            <a:extLst>
              <a:ext uri="{FF2B5EF4-FFF2-40B4-BE49-F238E27FC236}">
                <a16:creationId xmlns:a16="http://schemas.microsoft.com/office/drawing/2014/main" id="{4C6598AB-1C17-4D54-951C-A082D94AC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2" name="Graphic 212">
            <a:extLst>
              <a:ext uri="{FF2B5EF4-FFF2-40B4-BE49-F238E27FC236}">
                <a16:creationId xmlns:a16="http://schemas.microsoft.com/office/drawing/2014/main" id="{C83B66D7-137D-4AC1-B172-53D60F08B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4" name="Oval 23">
            <a:extLst>
              <a:ext uri="{FF2B5EF4-FFF2-40B4-BE49-F238E27FC236}">
                <a16:creationId xmlns:a16="http://schemas.microsoft.com/office/drawing/2014/main" id="{F6B92503-6984-4D15-8B98-8718709B7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08DDF938-524E-4C18-A47D-C00627832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804FA997-A72B-34C2-D834-1964691C8A25}"/>
              </a:ext>
            </a:extLst>
          </p:cNvPr>
          <p:cNvSpPr>
            <a:spLocks noGrp="1"/>
          </p:cNvSpPr>
          <p:nvPr>
            <p:ph idx="1"/>
          </p:nvPr>
        </p:nvSpPr>
        <p:spPr>
          <a:xfrm>
            <a:off x="6234868" y="1130846"/>
            <a:ext cx="5217173" cy="4351338"/>
          </a:xfrm>
        </p:spPr>
        <p:txBody>
          <a:bodyPr>
            <a:normAutofit fontScale="55000" lnSpcReduction="20000"/>
          </a:bodyPr>
          <a:lstStyle/>
          <a:p>
            <a:pPr marL="0" indent="0">
              <a:buNone/>
            </a:pPr>
            <a:r>
              <a:rPr lang="en-CA" dirty="0"/>
              <a:t>“To conclude, we successfully built an end‑to‑end ML pipeline on the Adult Income dataset, from EDA and preprocessing to four different models and a final comparative evaluation.</a:t>
            </a:r>
            <a:br>
              <a:rPr lang="en-CA" dirty="0"/>
            </a:br>
            <a:r>
              <a:rPr lang="en-CA" dirty="0"/>
              <a:t>Our experiments show that </a:t>
            </a:r>
            <a:r>
              <a:rPr lang="en-CA" b="1" dirty="0"/>
              <a:t>Random Forest</a:t>
            </a:r>
            <a:r>
              <a:rPr lang="en-CA" dirty="0"/>
              <a:t> offers the best balance between predictive performance and robustness, while </a:t>
            </a:r>
            <a:r>
              <a:rPr lang="en-CA" b="1" dirty="0"/>
              <a:t>Logistic Regression</a:t>
            </a:r>
            <a:r>
              <a:rPr lang="en-CA" dirty="0"/>
              <a:t> is a strong alternative when high recall is needed, and </a:t>
            </a:r>
            <a:r>
              <a:rPr lang="en-CA" b="1" dirty="0"/>
              <a:t>Decision Tree</a:t>
            </a:r>
            <a:r>
              <a:rPr lang="en-CA" dirty="0"/>
              <a:t> is ideal when extremely fast predictions and interpretability are required.</a:t>
            </a:r>
            <a:br>
              <a:rPr lang="en-CA" dirty="0"/>
            </a:br>
            <a:r>
              <a:rPr lang="en-CA" dirty="0"/>
              <a:t>For future work, we could explore techniques like </a:t>
            </a:r>
            <a:r>
              <a:rPr lang="en-CA" b="1" dirty="0"/>
              <a:t>SMOTE or class‑weighted ensembles</a:t>
            </a:r>
            <a:r>
              <a:rPr lang="en-CA" dirty="0"/>
              <a:t> to handle the class imbalance even better, try </a:t>
            </a:r>
            <a:r>
              <a:rPr lang="en-CA" b="1" dirty="0"/>
              <a:t>Gradient Boosting models</a:t>
            </a:r>
            <a:r>
              <a:rPr lang="en-CA" dirty="0"/>
              <a:t> such as </a:t>
            </a:r>
            <a:r>
              <a:rPr lang="en-CA" dirty="0" err="1"/>
              <a:t>XGBoost</a:t>
            </a:r>
            <a:r>
              <a:rPr lang="en-CA" dirty="0"/>
              <a:t>, and perform more advanced feature engineering.</a:t>
            </a:r>
            <a:br>
              <a:rPr lang="en-CA" dirty="0"/>
            </a:br>
            <a:r>
              <a:rPr lang="en-CA" dirty="0"/>
              <a:t>Thank you for listening — we’re happy to answer any questions.”</a:t>
            </a:r>
            <a:endParaRPr lang="en-US" dirty="0"/>
          </a:p>
        </p:txBody>
      </p:sp>
      <p:grpSp>
        <p:nvGrpSpPr>
          <p:cNvPr id="28" name="Graphic 185">
            <a:extLst>
              <a:ext uri="{FF2B5EF4-FFF2-40B4-BE49-F238E27FC236}">
                <a16:creationId xmlns:a16="http://schemas.microsoft.com/office/drawing/2014/main" id="{3773FAF5-C452-4455-9411-D6AF5EBD4C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581034" y="5750136"/>
            <a:ext cx="1054466" cy="469689"/>
            <a:chOff x="9841624" y="4115729"/>
            <a:chExt cx="602169" cy="268223"/>
          </a:xfrm>
          <a:solidFill>
            <a:schemeClr val="tx1"/>
          </a:solidFill>
        </p:grpSpPr>
        <p:sp>
          <p:nvSpPr>
            <p:cNvPr id="29" name="Freeform: Shape 28">
              <a:extLst>
                <a:ext uri="{FF2B5EF4-FFF2-40B4-BE49-F238E27FC236}">
                  <a16:creationId xmlns:a16="http://schemas.microsoft.com/office/drawing/2014/main" id="{1ECA0D96-F63C-4F7B-BE16-0F3FE76D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74F83A81-0546-400A-918A-90C9C48B81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741F692-A5B6-4215-86D9-B1FD4FF2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CC0876CB-9C60-4580-8FED-CD64EC766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A879B3B7-48DB-4D3A-BB33-02766EAD3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2306173700"/>
      </p:ext>
    </p:extLst>
  </p:cSld>
  <p:clrMapOvr>
    <a:masterClrMapping/>
  </p:clrMapOvr>
</p:sld>
</file>

<file path=ppt/theme/theme1.xml><?xml version="1.0" encoding="utf-8"?>
<a:theme xmlns:a="http://schemas.openxmlformats.org/drawingml/2006/main" name="FunkyShapesVTI">
  <a:themeElements>
    <a:clrScheme name="Custom 15">
      <a:dk1>
        <a:sysClr val="windowText" lastClr="000000"/>
      </a:dk1>
      <a:lt1>
        <a:sysClr val="window" lastClr="FFFFFF"/>
      </a:lt1>
      <a:dk2>
        <a:srgbClr val="2D2D2D"/>
      </a:dk2>
      <a:lt2>
        <a:srgbClr val="F3FFF8"/>
      </a:lt2>
      <a:accent1>
        <a:srgbClr val="FF80BD"/>
      </a:accent1>
      <a:accent2>
        <a:srgbClr val="1EB9D3"/>
      </a:accent2>
      <a:accent3>
        <a:srgbClr val="21C46B"/>
      </a:accent3>
      <a:accent4>
        <a:srgbClr val="EA9600"/>
      </a:accent4>
      <a:accent5>
        <a:srgbClr val="F43B56"/>
      </a:accent5>
      <a:accent6>
        <a:srgbClr val="4B56E8"/>
      </a:accent6>
      <a:hlink>
        <a:srgbClr val="8F61FF"/>
      </a:hlink>
      <a:folHlink>
        <a:srgbClr val="F900A0"/>
      </a:folHlink>
    </a:clrScheme>
    <a:fontScheme name="Source Sans Pro">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unkyShapesVTI" id="{A7F40C41-3FB2-45B0-B0D6-DFB7FDD9B7AD}" vid="{C49381A0-09CD-46EE-B141-E2CDD87ABFE3}"/>
    </a:ext>
  </a:extLst>
</a:theme>
</file>

<file path=docProps/app.xml><?xml version="1.0" encoding="utf-8"?>
<Properties xmlns="http://schemas.openxmlformats.org/officeDocument/2006/extended-properties" xmlns:vt="http://schemas.openxmlformats.org/officeDocument/2006/docPropsVTypes">
  <TotalTime>684</TotalTime>
  <Words>1587</Words>
  <Application>Microsoft Macintosh PowerPoint</Application>
  <PresentationFormat>Widescreen</PresentationFormat>
  <Paragraphs>69</Paragraphs>
  <Slides>31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Avenir Next LT Pro</vt:lpstr>
      <vt:lpstr>Source Sans Pro SemiBold</vt:lpstr>
      <vt:lpstr>FunkyShapesVTI</vt:lpstr>
      <vt:lpstr>Prog2590 Group-5 </vt:lpstr>
      <vt:lpstr>Introduction</vt:lpstr>
      <vt:lpstr>Problem Overview </vt:lpstr>
      <vt:lpstr>Dataset Description </vt:lpstr>
      <vt:lpstr>PowerPoint Presentation</vt:lpstr>
      <vt:lpstr>PowerPoint Presentation</vt:lpstr>
      <vt:lpstr>Data Preprocessing</vt:lpstr>
      <vt:lpstr>PowerPoint Presentation</vt:lpstr>
      <vt:lpstr>PowerPoint Presentation</vt:lpstr>
      <vt:lpstr>Our Approach</vt:lpstr>
      <vt:lpstr>Logistic Regression </vt:lpstr>
      <vt:lpstr>PowerPoint Presentation</vt:lpstr>
      <vt:lpstr>PowerPoint Presentation</vt:lpstr>
      <vt:lpstr>Random Forest</vt:lpstr>
      <vt:lpstr>PowerPoint Presentation</vt:lpstr>
      <vt:lpstr>PowerPoint Presentation</vt:lpstr>
      <vt:lpstr>KNN</vt:lpstr>
      <vt:lpstr>PowerPoint Presentation</vt:lpstr>
      <vt:lpstr>PowerPoint Presentation</vt:lpstr>
      <vt:lpstr>Decision Tree </vt:lpstr>
      <vt:lpstr>PowerPoint Presentation</vt:lpstr>
      <vt:lpstr>PowerPoint Presentation</vt:lpstr>
      <vt:lpstr>Performance  Result</vt:lpstr>
      <vt:lpstr>PowerPoint Presentation</vt:lpstr>
      <vt:lpstr>ROC Curve</vt:lpstr>
      <vt:lpstr>PowerPoint Presentation</vt:lpstr>
      <vt:lpstr>PowerPoint Presentation</vt:lpstr>
      <vt:lpstr>Precision vs Recall</vt:lpstr>
      <vt:lpstr> Runtime &amp; Memory</vt:lpstr>
      <vt:lpstr>Why Random Forest Has the Best Accuracy</vt:lpstr>
      <vt:lpstr>Conclusion &amp; &amp; Future Work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Harkamal Singh Toor</dc:creator>
  <cp:lastModifiedBy>Harkamal Singh Toor</cp:lastModifiedBy>
  <cp:revision>7</cp:revision>
  <dcterms:created xsi:type="dcterms:W3CDTF">2026-04-18T15:56:11Z</dcterms:created>
  <dcterms:modified xsi:type="dcterms:W3CDTF">2026-04-19T05:01:53Z</dcterms:modified>
</cp:coreProperties>
</file>